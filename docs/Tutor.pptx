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handoutMasterIdLst>
    <p:handoutMasterId r:id="rId20"/>
  </p:handoutMasterIdLst>
  <p:sldIdLst>
    <p:sldId id="256" r:id="rId2"/>
    <p:sldId id="282" r:id="rId3"/>
    <p:sldId id="283" r:id="rId4"/>
    <p:sldId id="287" r:id="rId5"/>
    <p:sldId id="286" r:id="rId6"/>
    <p:sldId id="288" r:id="rId7"/>
    <p:sldId id="285" r:id="rId8"/>
    <p:sldId id="284" r:id="rId9"/>
    <p:sldId id="279" r:id="rId10"/>
    <p:sldId id="267" r:id="rId11"/>
    <p:sldId id="280" r:id="rId12"/>
    <p:sldId id="275" r:id="rId13"/>
    <p:sldId id="274" r:id="rId14"/>
    <p:sldId id="276" r:id="rId15"/>
    <p:sldId id="277" r:id="rId16"/>
    <p:sldId id="278" r:id="rId17"/>
    <p:sldId id="281" r:id="rId18"/>
  </p:sldIdLst>
  <p:sldSz cx="12188825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5" pos="3839">
          <p15:clr>
            <a:srgbClr val="A4A3A4"/>
          </p15:clr>
        </p15:guide>
        <p15:guide id="6" pos="1007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hn, Daniel" initials="AD" lastIdx="1" clrIdx="0">
    <p:extLst>
      <p:ext uri="{19B8F6BF-5375-455C-9EA6-DF929625EA0E}">
        <p15:presenceInfo xmlns:p15="http://schemas.microsoft.com/office/powerpoint/2012/main" userId="Ahn, Daniel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813B4E2-0C3C-4369-9AF4-1586CE841CE7}" v="203" dt="2021-06-21T04:07:43.435"/>
  </p1510:revLst>
</p1510:revInfo>
</file>

<file path=ppt/tableStyles.xml><?xml version="1.0" encoding="utf-8"?>
<a:tblStyleLst xmlns:a="http://schemas.openxmlformats.org/drawingml/2006/main" def="{073A0DAA-6AF3-43AB-8588-CEC1D06C72B9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00" autoAdjust="0"/>
    <p:restoredTop sz="94660"/>
  </p:normalViewPr>
  <p:slideViewPr>
    <p:cSldViewPr showGuides="1">
      <p:cViewPr varScale="1">
        <p:scale>
          <a:sx n="91" d="100"/>
          <a:sy n="91" d="100"/>
        </p:scale>
        <p:origin x="102" y="636"/>
      </p:cViewPr>
      <p:guideLst>
        <p:guide orient="horz" pos="2160"/>
        <p:guide pos="3839"/>
        <p:guide pos="1007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howGuides="1">
      <p:cViewPr varScale="1">
        <p:scale>
          <a:sx n="63" d="100"/>
          <a:sy n="63" d="100"/>
        </p:scale>
        <p:origin x="2838" y="108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6/11/relationships/changesInfo" Target="changesInfos/changesInfo1.xml"/><Relationship Id="rId3" Type="http://schemas.openxmlformats.org/officeDocument/2006/relationships/slide" Target="slides/slide2.xml"/><Relationship Id="rId21" Type="http://schemas.openxmlformats.org/officeDocument/2006/relationships/commentAuthors" Target="commentAuthor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Relationship Id="rId27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hn Daniel" userId="77a11c4ec35ea94f" providerId="LiveId" clId="{5813B4E2-0C3C-4369-9AF4-1586CE841CE7}"/>
    <pc:docChg chg="undo custSel addSld modSld sldOrd">
      <pc:chgData name="Ahn Daniel" userId="77a11c4ec35ea94f" providerId="LiveId" clId="{5813B4E2-0C3C-4369-9AF4-1586CE841CE7}" dt="2021-06-21T04:07:43.433" v="3135" actId="207"/>
      <pc:docMkLst>
        <pc:docMk/>
      </pc:docMkLst>
      <pc:sldChg chg="addSp modSp mod">
        <pc:chgData name="Ahn Daniel" userId="77a11c4ec35ea94f" providerId="LiveId" clId="{5813B4E2-0C3C-4369-9AF4-1586CE841CE7}" dt="2021-06-20T01:26:37.835" v="1121" actId="20577"/>
        <pc:sldMkLst>
          <pc:docMk/>
          <pc:sldMk cId="506761459" sldId="256"/>
        </pc:sldMkLst>
        <pc:spChg chg="mod">
          <ac:chgData name="Ahn Daniel" userId="77a11c4ec35ea94f" providerId="LiveId" clId="{5813B4E2-0C3C-4369-9AF4-1586CE841CE7}" dt="2021-06-20T01:26:08.001" v="1113" actId="20577"/>
          <ac:spMkLst>
            <pc:docMk/>
            <pc:sldMk cId="506761459" sldId="256"/>
            <ac:spMk id="2" creationId="{00000000-0000-0000-0000-000000000000}"/>
          </ac:spMkLst>
        </pc:spChg>
        <pc:spChg chg="mod">
          <ac:chgData name="Ahn Daniel" userId="77a11c4ec35ea94f" providerId="LiveId" clId="{5813B4E2-0C3C-4369-9AF4-1586CE841CE7}" dt="2021-06-20T01:26:37.835" v="1121" actId="20577"/>
          <ac:spMkLst>
            <pc:docMk/>
            <pc:sldMk cId="506761459" sldId="256"/>
            <ac:spMk id="3" creationId="{00000000-0000-0000-0000-000000000000}"/>
          </ac:spMkLst>
        </pc:spChg>
        <pc:spChg chg="add mod">
          <ac:chgData name="Ahn Daniel" userId="77a11c4ec35ea94f" providerId="LiveId" clId="{5813B4E2-0C3C-4369-9AF4-1586CE841CE7}" dt="2021-06-20T01:26:33.916" v="1119" actId="1076"/>
          <ac:spMkLst>
            <pc:docMk/>
            <pc:sldMk cId="506761459" sldId="256"/>
            <ac:spMk id="4" creationId="{09FC9F2F-A1AD-4FC2-858E-9A440EE4AE1E}"/>
          </ac:spMkLst>
        </pc:spChg>
      </pc:sldChg>
      <pc:sldChg chg="modSp mod">
        <pc:chgData name="Ahn Daniel" userId="77a11c4ec35ea94f" providerId="LiveId" clId="{5813B4E2-0C3C-4369-9AF4-1586CE841CE7}" dt="2021-06-20T01:12:58.450" v="543"/>
        <pc:sldMkLst>
          <pc:docMk/>
          <pc:sldMk cId="1262347297" sldId="274"/>
        </pc:sldMkLst>
        <pc:spChg chg="mod">
          <ac:chgData name="Ahn Daniel" userId="77a11c4ec35ea94f" providerId="LiveId" clId="{5813B4E2-0C3C-4369-9AF4-1586CE841CE7}" dt="2021-06-20T01:12:58.450" v="543"/>
          <ac:spMkLst>
            <pc:docMk/>
            <pc:sldMk cId="1262347297" sldId="274"/>
            <ac:spMk id="14" creationId="{00000000-0000-0000-0000-000000000000}"/>
          </ac:spMkLst>
        </pc:spChg>
      </pc:sldChg>
      <pc:sldChg chg="modSp mod">
        <pc:chgData name="Ahn Daniel" userId="77a11c4ec35ea94f" providerId="LiveId" clId="{5813B4E2-0C3C-4369-9AF4-1586CE841CE7}" dt="2021-06-20T18:47:05.970" v="2068" actId="20577"/>
        <pc:sldMkLst>
          <pc:docMk/>
          <pc:sldMk cId="4034571014" sldId="275"/>
        </pc:sldMkLst>
        <pc:spChg chg="mod">
          <ac:chgData name="Ahn Daniel" userId="77a11c4ec35ea94f" providerId="LiveId" clId="{5813B4E2-0C3C-4369-9AF4-1586CE841CE7}" dt="2021-06-20T18:47:05.970" v="2068" actId="20577"/>
          <ac:spMkLst>
            <pc:docMk/>
            <pc:sldMk cId="4034571014" sldId="275"/>
            <ac:spMk id="14" creationId="{00000000-0000-0000-0000-000000000000}"/>
          </ac:spMkLst>
        </pc:spChg>
      </pc:sldChg>
      <pc:sldChg chg="modSp mod">
        <pc:chgData name="Ahn Daniel" userId="77a11c4ec35ea94f" providerId="LiveId" clId="{5813B4E2-0C3C-4369-9AF4-1586CE841CE7}" dt="2021-06-20T01:14:27.501" v="609" actId="27636"/>
        <pc:sldMkLst>
          <pc:docMk/>
          <pc:sldMk cId="3217990074" sldId="276"/>
        </pc:sldMkLst>
        <pc:spChg chg="mod">
          <ac:chgData name="Ahn Daniel" userId="77a11c4ec35ea94f" providerId="LiveId" clId="{5813B4E2-0C3C-4369-9AF4-1586CE841CE7}" dt="2021-06-20T01:14:27.501" v="609" actId="27636"/>
          <ac:spMkLst>
            <pc:docMk/>
            <pc:sldMk cId="3217990074" sldId="276"/>
            <ac:spMk id="14" creationId="{00000000-0000-0000-0000-000000000000}"/>
          </ac:spMkLst>
        </pc:spChg>
      </pc:sldChg>
      <pc:sldChg chg="modSp mod">
        <pc:chgData name="Ahn Daniel" userId="77a11c4ec35ea94f" providerId="LiveId" clId="{5813B4E2-0C3C-4369-9AF4-1586CE841CE7}" dt="2021-06-20T01:18:08.027" v="853" actId="6549"/>
        <pc:sldMkLst>
          <pc:docMk/>
          <pc:sldMk cId="1639284535" sldId="277"/>
        </pc:sldMkLst>
        <pc:spChg chg="mod">
          <ac:chgData name="Ahn Daniel" userId="77a11c4ec35ea94f" providerId="LiveId" clId="{5813B4E2-0C3C-4369-9AF4-1586CE841CE7}" dt="2021-06-20T01:18:08.027" v="853" actId="6549"/>
          <ac:spMkLst>
            <pc:docMk/>
            <pc:sldMk cId="1639284535" sldId="277"/>
            <ac:spMk id="14" creationId="{00000000-0000-0000-0000-000000000000}"/>
          </ac:spMkLst>
        </pc:spChg>
      </pc:sldChg>
      <pc:sldChg chg="modSp mod">
        <pc:chgData name="Ahn Daniel" userId="77a11c4ec35ea94f" providerId="LiveId" clId="{5813B4E2-0C3C-4369-9AF4-1586CE841CE7}" dt="2021-06-20T01:19:49.274" v="982" actId="6549"/>
        <pc:sldMkLst>
          <pc:docMk/>
          <pc:sldMk cId="2819575797" sldId="278"/>
        </pc:sldMkLst>
        <pc:spChg chg="mod">
          <ac:chgData name="Ahn Daniel" userId="77a11c4ec35ea94f" providerId="LiveId" clId="{5813B4E2-0C3C-4369-9AF4-1586CE841CE7}" dt="2021-06-20T01:19:49.274" v="982" actId="6549"/>
          <ac:spMkLst>
            <pc:docMk/>
            <pc:sldMk cId="2819575797" sldId="278"/>
            <ac:spMk id="14" creationId="{00000000-0000-0000-0000-000000000000}"/>
          </ac:spMkLst>
        </pc:spChg>
      </pc:sldChg>
      <pc:sldChg chg="modSp mod">
        <pc:chgData name="Ahn Daniel" userId="77a11c4ec35ea94f" providerId="LiveId" clId="{5813B4E2-0C3C-4369-9AF4-1586CE841CE7}" dt="2021-06-20T18:45:48.091" v="2032" actId="20577"/>
        <pc:sldMkLst>
          <pc:docMk/>
          <pc:sldMk cId="4187294754" sldId="279"/>
        </pc:sldMkLst>
        <pc:spChg chg="mod">
          <ac:chgData name="Ahn Daniel" userId="77a11c4ec35ea94f" providerId="LiveId" clId="{5813B4E2-0C3C-4369-9AF4-1586CE841CE7}" dt="2021-06-20T04:23:58.285" v="2008"/>
          <ac:spMkLst>
            <pc:docMk/>
            <pc:sldMk cId="4187294754" sldId="279"/>
            <ac:spMk id="13" creationId="{00000000-0000-0000-0000-000000000000}"/>
          </ac:spMkLst>
        </pc:spChg>
        <pc:spChg chg="mod">
          <ac:chgData name="Ahn Daniel" userId="77a11c4ec35ea94f" providerId="LiveId" clId="{5813B4E2-0C3C-4369-9AF4-1586CE841CE7}" dt="2021-06-20T18:45:48.091" v="2032" actId="20577"/>
          <ac:spMkLst>
            <pc:docMk/>
            <pc:sldMk cId="4187294754" sldId="279"/>
            <ac:spMk id="14" creationId="{00000000-0000-0000-0000-000000000000}"/>
          </ac:spMkLst>
        </pc:spChg>
      </pc:sldChg>
      <pc:sldChg chg="modSp mod">
        <pc:chgData name="Ahn Daniel" userId="77a11c4ec35ea94f" providerId="LiveId" clId="{5813B4E2-0C3C-4369-9AF4-1586CE841CE7}" dt="2021-06-20T01:31:58.979" v="1275" actId="6549"/>
        <pc:sldMkLst>
          <pc:docMk/>
          <pc:sldMk cId="3280682765" sldId="280"/>
        </pc:sldMkLst>
        <pc:spChg chg="mod">
          <ac:chgData name="Ahn Daniel" userId="77a11c4ec35ea94f" providerId="LiveId" clId="{5813B4E2-0C3C-4369-9AF4-1586CE841CE7}" dt="2021-06-20T01:31:58.979" v="1275" actId="6549"/>
          <ac:spMkLst>
            <pc:docMk/>
            <pc:sldMk cId="3280682765" sldId="280"/>
            <ac:spMk id="14" creationId="{00000000-0000-0000-0000-000000000000}"/>
          </ac:spMkLst>
        </pc:spChg>
      </pc:sldChg>
      <pc:sldChg chg="addSp delSp modSp add mod">
        <pc:chgData name="Ahn Daniel" userId="77a11c4ec35ea94f" providerId="LiveId" clId="{5813B4E2-0C3C-4369-9AF4-1586CE841CE7}" dt="2021-06-20T01:46:57.749" v="1799" actId="20577"/>
        <pc:sldMkLst>
          <pc:docMk/>
          <pc:sldMk cId="2874995460" sldId="281"/>
        </pc:sldMkLst>
        <pc:spChg chg="add del mod">
          <ac:chgData name="Ahn Daniel" userId="77a11c4ec35ea94f" providerId="LiveId" clId="{5813B4E2-0C3C-4369-9AF4-1586CE841CE7}" dt="2021-06-20T01:40:53.808" v="1397" actId="478"/>
          <ac:spMkLst>
            <pc:docMk/>
            <pc:sldMk cId="2874995460" sldId="281"/>
            <ac:spMk id="4" creationId="{5223F0A1-437F-429A-A2E5-D13DCFBE43E8}"/>
          </ac:spMkLst>
        </pc:spChg>
        <pc:spChg chg="mod">
          <ac:chgData name="Ahn Daniel" userId="77a11c4ec35ea94f" providerId="LiveId" clId="{5813B4E2-0C3C-4369-9AF4-1586CE841CE7}" dt="2021-06-20T01:46:57.749" v="1799" actId="20577"/>
          <ac:spMkLst>
            <pc:docMk/>
            <pc:sldMk cId="2874995460" sldId="281"/>
            <ac:spMk id="13" creationId="{00000000-0000-0000-0000-000000000000}"/>
          </ac:spMkLst>
        </pc:spChg>
        <pc:spChg chg="del mod">
          <ac:chgData name="Ahn Daniel" userId="77a11c4ec35ea94f" providerId="LiveId" clId="{5813B4E2-0C3C-4369-9AF4-1586CE841CE7}" dt="2021-06-20T01:40:18.680" v="1394" actId="478"/>
          <ac:spMkLst>
            <pc:docMk/>
            <pc:sldMk cId="2874995460" sldId="281"/>
            <ac:spMk id="14" creationId="{00000000-0000-0000-0000-000000000000}"/>
          </ac:spMkLst>
        </pc:spChg>
        <pc:picChg chg="del">
          <ac:chgData name="Ahn Daniel" userId="77a11c4ec35ea94f" providerId="LiveId" clId="{5813B4E2-0C3C-4369-9AF4-1586CE841CE7}" dt="2021-06-20T01:40:09.946" v="1392" actId="478"/>
          <ac:picMkLst>
            <pc:docMk/>
            <pc:sldMk cId="2874995460" sldId="281"/>
            <ac:picMk id="2" creationId="{3F27C9AA-B1D3-4F41-9BC4-98F1835C3352}"/>
          </ac:picMkLst>
        </pc:picChg>
      </pc:sldChg>
      <pc:sldChg chg="modSp add mod">
        <pc:chgData name="Ahn Daniel" userId="77a11c4ec35ea94f" providerId="LiveId" clId="{5813B4E2-0C3C-4369-9AF4-1586CE841CE7}" dt="2021-06-20T19:27:07.622" v="2671" actId="20577"/>
        <pc:sldMkLst>
          <pc:docMk/>
          <pc:sldMk cId="3761224542" sldId="282"/>
        </pc:sldMkLst>
        <pc:spChg chg="mod">
          <ac:chgData name="Ahn Daniel" userId="77a11c4ec35ea94f" providerId="LiveId" clId="{5813B4E2-0C3C-4369-9AF4-1586CE841CE7}" dt="2021-06-20T01:42:00.220" v="1408"/>
          <ac:spMkLst>
            <pc:docMk/>
            <pc:sldMk cId="3761224542" sldId="282"/>
            <ac:spMk id="13" creationId="{00000000-0000-0000-0000-000000000000}"/>
          </ac:spMkLst>
        </pc:spChg>
        <pc:spChg chg="mod">
          <ac:chgData name="Ahn Daniel" userId="77a11c4ec35ea94f" providerId="LiveId" clId="{5813B4E2-0C3C-4369-9AF4-1586CE841CE7}" dt="2021-06-20T19:27:07.622" v="2671" actId="20577"/>
          <ac:spMkLst>
            <pc:docMk/>
            <pc:sldMk cId="3761224542" sldId="282"/>
            <ac:spMk id="14" creationId="{00000000-0000-0000-0000-000000000000}"/>
          </ac:spMkLst>
        </pc:spChg>
      </pc:sldChg>
      <pc:sldChg chg="addSp modSp add mod">
        <pc:chgData name="Ahn Daniel" userId="77a11c4ec35ea94f" providerId="LiveId" clId="{5813B4E2-0C3C-4369-9AF4-1586CE841CE7}" dt="2021-06-21T03:06:54.773" v="2854" actId="6549"/>
        <pc:sldMkLst>
          <pc:docMk/>
          <pc:sldMk cId="1722445108" sldId="283"/>
        </pc:sldMkLst>
        <pc:spChg chg="mod">
          <ac:chgData name="Ahn Daniel" userId="77a11c4ec35ea94f" providerId="LiveId" clId="{5813B4E2-0C3C-4369-9AF4-1586CE841CE7}" dt="2021-06-20T18:46:50.579" v="2061"/>
          <ac:spMkLst>
            <pc:docMk/>
            <pc:sldMk cId="1722445108" sldId="283"/>
            <ac:spMk id="13" creationId="{00000000-0000-0000-0000-000000000000}"/>
          </ac:spMkLst>
        </pc:spChg>
        <pc:spChg chg="mod">
          <ac:chgData name="Ahn Daniel" userId="77a11c4ec35ea94f" providerId="LiveId" clId="{5813B4E2-0C3C-4369-9AF4-1586CE841CE7}" dt="2021-06-21T03:06:54.773" v="2854" actId="6549"/>
          <ac:spMkLst>
            <pc:docMk/>
            <pc:sldMk cId="1722445108" sldId="283"/>
            <ac:spMk id="14" creationId="{00000000-0000-0000-0000-000000000000}"/>
          </ac:spMkLst>
        </pc:spChg>
        <pc:graphicFrameChg chg="add mod modGraphic">
          <ac:chgData name="Ahn Daniel" userId="77a11c4ec35ea94f" providerId="LiveId" clId="{5813B4E2-0C3C-4369-9AF4-1586CE841CE7}" dt="2021-06-20T19:17:38.240" v="2526" actId="20577"/>
          <ac:graphicFrameMkLst>
            <pc:docMk/>
            <pc:sldMk cId="1722445108" sldId="283"/>
            <ac:graphicFrameMk id="2" creationId="{DC7DA096-5DAA-443F-B815-8F0D618E457B}"/>
          </ac:graphicFrameMkLst>
        </pc:graphicFrameChg>
      </pc:sldChg>
      <pc:sldChg chg="delSp modSp add mod">
        <pc:chgData name="Ahn Daniel" userId="77a11c4ec35ea94f" providerId="LiveId" clId="{5813B4E2-0C3C-4369-9AF4-1586CE841CE7}" dt="2021-06-21T04:07:43.433" v="3135" actId="207"/>
        <pc:sldMkLst>
          <pc:docMk/>
          <pc:sldMk cId="1801299151" sldId="284"/>
        </pc:sldMkLst>
        <pc:spChg chg="mod">
          <ac:chgData name="Ahn Daniel" userId="77a11c4ec35ea94f" providerId="LiveId" clId="{5813B4E2-0C3C-4369-9AF4-1586CE841CE7}" dt="2021-06-21T04:07:43.433" v="3135" actId="207"/>
          <ac:spMkLst>
            <pc:docMk/>
            <pc:sldMk cId="1801299151" sldId="284"/>
            <ac:spMk id="14" creationId="{00000000-0000-0000-0000-000000000000}"/>
          </ac:spMkLst>
        </pc:spChg>
        <pc:graphicFrameChg chg="del">
          <ac:chgData name="Ahn Daniel" userId="77a11c4ec35ea94f" providerId="LiveId" clId="{5813B4E2-0C3C-4369-9AF4-1586CE841CE7}" dt="2021-06-21T03:03:29.216" v="2676" actId="478"/>
          <ac:graphicFrameMkLst>
            <pc:docMk/>
            <pc:sldMk cId="1801299151" sldId="284"/>
            <ac:graphicFrameMk id="2" creationId="{DC7DA096-5DAA-443F-B815-8F0D618E457B}"/>
          </ac:graphicFrameMkLst>
        </pc:graphicFrameChg>
      </pc:sldChg>
      <pc:sldChg chg="modSp add mod">
        <pc:chgData name="Ahn Daniel" userId="77a11c4ec35ea94f" providerId="LiveId" clId="{5813B4E2-0C3C-4369-9AF4-1586CE841CE7}" dt="2021-06-21T03:06:16.878" v="2845" actId="6549"/>
        <pc:sldMkLst>
          <pc:docMk/>
          <pc:sldMk cId="4040225272" sldId="285"/>
        </pc:sldMkLst>
        <pc:spChg chg="mod">
          <ac:chgData name="Ahn Daniel" userId="77a11c4ec35ea94f" providerId="LiveId" clId="{5813B4E2-0C3C-4369-9AF4-1586CE841CE7}" dt="2021-06-21T03:06:16.878" v="2845" actId="6549"/>
          <ac:spMkLst>
            <pc:docMk/>
            <pc:sldMk cId="4040225272" sldId="285"/>
            <ac:spMk id="14" creationId="{00000000-0000-0000-0000-000000000000}"/>
          </ac:spMkLst>
        </pc:spChg>
      </pc:sldChg>
      <pc:sldChg chg="delSp modSp add mod ord">
        <pc:chgData name="Ahn Daniel" userId="77a11c4ec35ea94f" providerId="LiveId" clId="{5813B4E2-0C3C-4369-9AF4-1586CE841CE7}" dt="2021-06-21T03:06:51.693" v="2853"/>
        <pc:sldMkLst>
          <pc:docMk/>
          <pc:sldMk cId="4144178316" sldId="286"/>
        </pc:sldMkLst>
        <pc:spChg chg="mod">
          <ac:chgData name="Ahn Daniel" userId="77a11c4ec35ea94f" providerId="LiveId" clId="{5813B4E2-0C3C-4369-9AF4-1586CE841CE7}" dt="2021-06-21T03:06:46.841" v="2851" actId="207"/>
          <ac:spMkLst>
            <pc:docMk/>
            <pc:sldMk cId="4144178316" sldId="286"/>
            <ac:spMk id="14" creationId="{00000000-0000-0000-0000-000000000000}"/>
          </ac:spMkLst>
        </pc:spChg>
        <pc:graphicFrameChg chg="del">
          <ac:chgData name="Ahn Daniel" userId="77a11c4ec35ea94f" providerId="LiveId" clId="{5813B4E2-0C3C-4369-9AF4-1586CE841CE7}" dt="2021-06-21T03:06:37.242" v="2850" actId="478"/>
          <ac:graphicFrameMkLst>
            <pc:docMk/>
            <pc:sldMk cId="4144178316" sldId="286"/>
            <ac:graphicFrameMk id="2" creationId="{DC7DA096-5DAA-443F-B815-8F0D618E457B}"/>
          </ac:graphicFrameMkLst>
        </pc:graphicFrameChg>
      </pc:sldChg>
      <pc:sldChg chg="addSp modSp add mod">
        <pc:chgData name="Ahn Daniel" userId="77a11c4ec35ea94f" providerId="LiveId" clId="{5813B4E2-0C3C-4369-9AF4-1586CE841CE7}" dt="2021-06-21T03:52:09.845" v="2871"/>
        <pc:sldMkLst>
          <pc:docMk/>
          <pc:sldMk cId="2842973112" sldId="287"/>
        </pc:sldMkLst>
        <pc:spChg chg="mod">
          <ac:chgData name="Ahn Daniel" userId="77a11c4ec35ea94f" providerId="LiveId" clId="{5813B4E2-0C3C-4369-9AF4-1586CE841CE7}" dt="2021-06-21T03:52:09.845" v="2871"/>
          <ac:spMkLst>
            <pc:docMk/>
            <pc:sldMk cId="2842973112" sldId="287"/>
            <ac:spMk id="14" creationId="{00000000-0000-0000-0000-000000000000}"/>
          </ac:spMkLst>
        </pc:spChg>
        <pc:graphicFrameChg chg="mod modGraphic">
          <ac:chgData name="Ahn Daniel" userId="77a11c4ec35ea94f" providerId="LiveId" clId="{5813B4E2-0C3C-4369-9AF4-1586CE841CE7}" dt="2021-06-21T03:51:50.438" v="2869" actId="1076"/>
          <ac:graphicFrameMkLst>
            <pc:docMk/>
            <pc:sldMk cId="2842973112" sldId="287"/>
            <ac:graphicFrameMk id="2" creationId="{DC7DA096-5DAA-443F-B815-8F0D618E457B}"/>
          </ac:graphicFrameMkLst>
        </pc:graphicFrameChg>
        <pc:graphicFrameChg chg="add mod modGraphic">
          <ac:chgData name="Ahn Daniel" userId="77a11c4ec35ea94f" providerId="LiveId" clId="{5813B4E2-0C3C-4369-9AF4-1586CE841CE7}" dt="2021-06-21T03:51:50.438" v="2869" actId="1076"/>
          <ac:graphicFrameMkLst>
            <pc:docMk/>
            <pc:sldMk cId="2842973112" sldId="287"/>
            <ac:graphicFrameMk id="3" creationId="{F74C63CB-51D1-4AAF-B2B5-8957688B5DC2}"/>
          </ac:graphicFrameMkLst>
        </pc:graphicFrameChg>
        <pc:graphicFrameChg chg="add mod modGraphic">
          <ac:chgData name="Ahn Daniel" userId="77a11c4ec35ea94f" providerId="LiveId" clId="{5813B4E2-0C3C-4369-9AF4-1586CE841CE7}" dt="2021-06-21T03:51:50.438" v="2869" actId="1076"/>
          <ac:graphicFrameMkLst>
            <pc:docMk/>
            <pc:sldMk cId="2842973112" sldId="287"/>
            <ac:graphicFrameMk id="4" creationId="{017448FC-C382-45F2-B3BD-0075DA388180}"/>
          </ac:graphicFrameMkLst>
        </pc:graphicFrameChg>
      </pc:sldChg>
      <pc:sldChg chg="modSp add mod">
        <pc:chgData name="Ahn Daniel" userId="77a11c4ec35ea94f" providerId="LiveId" clId="{5813B4E2-0C3C-4369-9AF4-1586CE841CE7}" dt="2021-06-21T04:06:55.186" v="3132" actId="20577"/>
        <pc:sldMkLst>
          <pc:docMk/>
          <pc:sldMk cId="777274309" sldId="288"/>
        </pc:sldMkLst>
        <pc:spChg chg="mod">
          <ac:chgData name="Ahn Daniel" userId="77a11c4ec35ea94f" providerId="LiveId" clId="{5813B4E2-0C3C-4369-9AF4-1586CE841CE7}" dt="2021-06-21T04:06:55.186" v="3132" actId="20577"/>
          <ac:spMkLst>
            <pc:docMk/>
            <pc:sldMk cId="777274309" sldId="288"/>
            <ac:spMk id="14" creationId="{00000000-0000-0000-0000-000000000000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DB7646E-8811-423A-9C42-2CBFADA00A96}" type="datetimeFigureOut">
              <a:rPr lang="en-US" smtClean="0"/>
              <a:t>6/20/2021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4360E59-1627-4404-ACC5-51C744AB0F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622542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fld id="{D677E230-58DD-43ED-96A1-552DDAB53532}" type="datetimeFigureOut">
              <a:rPr lang="en-US" smtClean="0"/>
              <a:pPr/>
              <a:t>6/20/2021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fld id="{841221E5-7225-48EB-A4EE-420E7BFCF70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66699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2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2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2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2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2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 bwMode="ltGray">
          <a:xfrm>
            <a:off x="11579384" y="5638800"/>
            <a:ext cx="609441" cy="1219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 bwMode="gray">
          <a:xfrm>
            <a:off x="11274663" y="5638800"/>
            <a:ext cx="304721" cy="12192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 bwMode="ltGray">
          <a:xfrm>
            <a:off x="1218883" y="0"/>
            <a:ext cx="609441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 bwMode="gray">
          <a:xfrm>
            <a:off x="0" y="0"/>
            <a:ext cx="1218883" cy="68580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 bwMode="ltGray">
          <a:xfrm>
            <a:off x="0" y="5638800"/>
            <a:ext cx="12188825" cy="1219200"/>
          </a:xfrm>
          <a:prstGeom prst="rect">
            <a:avLst/>
          </a:prstGeom>
          <a:solidFill>
            <a:schemeClr val="accent1">
              <a:lumMod val="75000"/>
              <a:alpha val="50196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/>
            <a:endParaRPr/>
          </a:p>
        </p:txBody>
      </p:sp>
      <p:cxnSp>
        <p:nvCxnSpPr>
          <p:cNvPr id="13" name="Straight Connector 12"/>
          <p:cNvCxnSpPr/>
          <p:nvPr/>
        </p:nvCxnSpPr>
        <p:spPr bwMode="white">
          <a:xfrm>
            <a:off x="11573293" y="5638800"/>
            <a:ext cx="0" cy="121920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 bwMode="black">
          <a:xfrm>
            <a:off x="0" y="5643132"/>
            <a:ext cx="1216152" cy="1214868"/>
          </a:xfrm>
          <a:prstGeom prst="rect">
            <a:avLst/>
          </a:prstGeom>
          <a:solidFill>
            <a:schemeClr val="accent1">
              <a:lumMod val="50000"/>
              <a:alpha val="74902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/>
            <a:endParaRPr/>
          </a:p>
        </p:txBody>
      </p:sp>
      <p:cxnSp>
        <p:nvCxnSpPr>
          <p:cNvPr id="15" name="Straight Connector 14"/>
          <p:cNvCxnSpPr/>
          <p:nvPr/>
        </p:nvCxnSpPr>
        <p:spPr bwMode="white">
          <a:xfrm>
            <a:off x="1218884" y="0"/>
            <a:ext cx="0" cy="685800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/>
          <p:cNvCxnSpPr/>
          <p:nvPr/>
        </p:nvCxnSpPr>
        <p:spPr bwMode="white">
          <a:xfrm>
            <a:off x="0" y="5631204"/>
            <a:ext cx="1828325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Pi"/>
          <p:cNvSpPr>
            <a:spLocks/>
          </p:cNvSpPr>
          <p:nvPr/>
        </p:nvSpPr>
        <p:spPr bwMode="white">
          <a:xfrm>
            <a:off x="276462" y="6032500"/>
            <a:ext cx="593189" cy="519176"/>
          </a:xfrm>
          <a:custGeom>
            <a:avLst/>
            <a:gdLst>
              <a:gd name="T0" fmla="*/ 411 w 426"/>
              <a:gd name="T1" fmla="*/ 0 h 372"/>
              <a:gd name="T2" fmla="*/ 90 w 426"/>
              <a:gd name="T3" fmla="*/ 0 h 372"/>
              <a:gd name="T4" fmla="*/ 3 w 426"/>
              <a:gd name="T5" fmla="*/ 64 h 372"/>
              <a:gd name="T6" fmla="*/ 12 w 426"/>
              <a:gd name="T7" fmla="*/ 83 h 372"/>
              <a:gd name="T8" fmla="*/ 17 w 426"/>
              <a:gd name="T9" fmla="*/ 83 h 372"/>
              <a:gd name="T10" fmla="*/ 31 w 426"/>
              <a:gd name="T11" fmla="*/ 73 h 372"/>
              <a:gd name="T12" fmla="*/ 90 w 426"/>
              <a:gd name="T13" fmla="*/ 30 h 372"/>
              <a:gd name="T14" fmla="*/ 131 w 426"/>
              <a:gd name="T15" fmla="*/ 30 h 372"/>
              <a:gd name="T16" fmla="*/ 61 w 426"/>
              <a:gd name="T17" fmla="*/ 334 h 372"/>
              <a:gd name="T18" fmla="*/ 61 w 426"/>
              <a:gd name="T19" fmla="*/ 355 h 372"/>
              <a:gd name="T20" fmla="*/ 72 w 426"/>
              <a:gd name="T21" fmla="*/ 359 h 372"/>
              <a:gd name="T22" fmla="*/ 83 w 426"/>
              <a:gd name="T23" fmla="*/ 355 h 372"/>
              <a:gd name="T24" fmla="*/ 161 w 426"/>
              <a:gd name="T25" fmla="*/ 30 h 372"/>
              <a:gd name="T26" fmla="*/ 272 w 426"/>
              <a:gd name="T27" fmla="*/ 30 h 372"/>
              <a:gd name="T28" fmla="*/ 253 w 426"/>
              <a:gd name="T29" fmla="*/ 270 h 372"/>
              <a:gd name="T30" fmla="*/ 277 w 426"/>
              <a:gd name="T31" fmla="*/ 355 h 372"/>
              <a:gd name="T32" fmla="*/ 322 w 426"/>
              <a:gd name="T33" fmla="*/ 372 h 372"/>
              <a:gd name="T34" fmla="*/ 335 w 426"/>
              <a:gd name="T35" fmla="*/ 371 h 372"/>
              <a:gd name="T36" fmla="*/ 417 w 426"/>
              <a:gd name="T37" fmla="*/ 280 h 372"/>
              <a:gd name="T38" fmla="*/ 406 w 426"/>
              <a:gd name="T39" fmla="*/ 262 h 372"/>
              <a:gd name="T40" fmla="*/ 388 w 426"/>
              <a:gd name="T41" fmla="*/ 273 h 372"/>
              <a:gd name="T42" fmla="*/ 331 w 426"/>
              <a:gd name="T43" fmla="*/ 341 h 372"/>
              <a:gd name="T44" fmla="*/ 298 w 426"/>
              <a:gd name="T45" fmla="*/ 333 h 372"/>
              <a:gd name="T46" fmla="*/ 283 w 426"/>
              <a:gd name="T47" fmla="*/ 272 h 372"/>
              <a:gd name="T48" fmla="*/ 302 w 426"/>
              <a:gd name="T49" fmla="*/ 30 h 372"/>
              <a:gd name="T50" fmla="*/ 411 w 426"/>
              <a:gd name="T51" fmla="*/ 30 h 372"/>
              <a:gd name="T52" fmla="*/ 426 w 426"/>
              <a:gd name="T53" fmla="*/ 15 h 372"/>
              <a:gd name="T54" fmla="*/ 411 w 426"/>
              <a:gd name="T55" fmla="*/ 0 h 37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</a:cxnLst>
            <a:rect l="0" t="0" r="r" b="b"/>
            <a:pathLst>
              <a:path w="426" h="372">
                <a:moveTo>
                  <a:pt x="411" y="0"/>
                </a:moveTo>
                <a:cubicBezTo>
                  <a:pt x="90" y="0"/>
                  <a:pt x="90" y="0"/>
                  <a:pt x="90" y="0"/>
                </a:cubicBezTo>
                <a:cubicBezTo>
                  <a:pt x="25" y="0"/>
                  <a:pt x="4" y="61"/>
                  <a:pt x="3" y="64"/>
                </a:cubicBezTo>
                <a:cubicBezTo>
                  <a:pt x="0" y="71"/>
                  <a:pt x="4" y="80"/>
                  <a:pt x="12" y="83"/>
                </a:cubicBezTo>
                <a:cubicBezTo>
                  <a:pt x="14" y="83"/>
                  <a:pt x="15" y="83"/>
                  <a:pt x="17" y="83"/>
                </a:cubicBezTo>
                <a:cubicBezTo>
                  <a:pt x="23" y="83"/>
                  <a:pt x="29" y="80"/>
                  <a:pt x="31" y="73"/>
                </a:cubicBezTo>
                <a:cubicBezTo>
                  <a:pt x="31" y="73"/>
                  <a:pt x="46" y="30"/>
                  <a:pt x="90" y="30"/>
                </a:cubicBezTo>
                <a:cubicBezTo>
                  <a:pt x="131" y="30"/>
                  <a:pt x="131" y="30"/>
                  <a:pt x="131" y="30"/>
                </a:cubicBezTo>
                <a:cubicBezTo>
                  <a:pt x="129" y="83"/>
                  <a:pt x="118" y="274"/>
                  <a:pt x="61" y="334"/>
                </a:cubicBezTo>
                <a:cubicBezTo>
                  <a:pt x="55" y="340"/>
                  <a:pt x="55" y="350"/>
                  <a:pt x="61" y="355"/>
                </a:cubicBezTo>
                <a:cubicBezTo>
                  <a:pt x="64" y="358"/>
                  <a:pt x="68" y="359"/>
                  <a:pt x="72" y="359"/>
                </a:cubicBezTo>
                <a:cubicBezTo>
                  <a:pt x="76" y="359"/>
                  <a:pt x="80" y="358"/>
                  <a:pt x="83" y="355"/>
                </a:cubicBezTo>
                <a:cubicBezTo>
                  <a:pt x="148" y="286"/>
                  <a:pt x="159" y="84"/>
                  <a:pt x="161" y="30"/>
                </a:cubicBezTo>
                <a:cubicBezTo>
                  <a:pt x="272" y="30"/>
                  <a:pt x="272" y="30"/>
                  <a:pt x="272" y="30"/>
                </a:cubicBezTo>
                <a:cubicBezTo>
                  <a:pt x="253" y="270"/>
                  <a:pt x="253" y="270"/>
                  <a:pt x="253" y="270"/>
                </a:cubicBezTo>
                <a:cubicBezTo>
                  <a:pt x="253" y="272"/>
                  <a:pt x="248" y="327"/>
                  <a:pt x="277" y="355"/>
                </a:cubicBezTo>
                <a:cubicBezTo>
                  <a:pt x="289" y="366"/>
                  <a:pt x="304" y="372"/>
                  <a:pt x="322" y="372"/>
                </a:cubicBezTo>
                <a:cubicBezTo>
                  <a:pt x="326" y="372"/>
                  <a:pt x="330" y="372"/>
                  <a:pt x="335" y="371"/>
                </a:cubicBezTo>
                <a:cubicBezTo>
                  <a:pt x="398" y="362"/>
                  <a:pt x="416" y="283"/>
                  <a:pt x="417" y="280"/>
                </a:cubicBezTo>
                <a:cubicBezTo>
                  <a:pt x="419" y="271"/>
                  <a:pt x="414" y="264"/>
                  <a:pt x="406" y="262"/>
                </a:cubicBezTo>
                <a:cubicBezTo>
                  <a:pt x="398" y="260"/>
                  <a:pt x="390" y="265"/>
                  <a:pt x="388" y="273"/>
                </a:cubicBezTo>
                <a:cubicBezTo>
                  <a:pt x="388" y="274"/>
                  <a:pt x="373" y="335"/>
                  <a:pt x="331" y="341"/>
                </a:cubicBezTo>
                <a:cubicBezTo>
                  <a:pt x="316" y="343"/>
                  <a:pt x="306" y="341"/>
                  <a:pt x="298" y="333"/>
                </a:cubicBezTo>
                <a:cubicBezTo>
                  <a:pt x="282" y="318"/>
                  <a:pt x="282" y="284"/>
                  <a:pt x="283" y="272"/>
                </a:cubicBezTo>
                <a:cubicBezTo>
                  <a:pt x="302" y="30"/>
                  <a:pt x="302" y="30"/>
                  <a:pt x="302" y="30"/>
                </a:cubicBezTo>
                <a:cubicBezTo>
                  <a:pt x="411" y="30"/>
                  <a:pt x="411" y="30"/>
                  <a:pt x="411" y="30"/>
                </a:cubicBezTo>
                <a:cubicBezTo>
                  <a:pt x="419" y="30"/>
                  <a:pt x="426" y="24"/>
                  <a:pt x="426" y="15"/>
                </a:cubicBezTo>
                <a:cubicBezTo>
                  <a:pt x="426" y="7"/>
                  <a:pt x="419" y="0"/>
                  <a:pt x="411" y="0"/>
                </a:cubicBezTo>
                <a:close/>
              </a:path>
            </a:pathLst>
          </a:custGeom>
          <a:solidFill>
            <a:schemeClr val="bg1"/>
          </a:solidFill>
          <a:ln>
            <a:solidFill>
              <a:schemeClr val="bg1"/>
            </a:solidFill>
          </a:ln>
        </p:spPr>
        <p:txBody>
          <a:bodyPr vert="horz" wrap="square" lIns="121899" tIns="60949" rIns="121899" bIns="60949" numCol="1" anchor="t" anchorCtr="0" compatLnSpc="1">
            <a:prstTxWarp prst="textNoShape">
              <a:avLst/>
            </a:prstTxWarp>
          </a:bodyPr>
          <a:lstStyle/>
          <a:p>
            <a:endParaRPr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28669" y="1600200"/>
            <a:ext cx="8329031" cy="2680127"/>
          </a:xfrm>
        </p:spPr>
        <p:txBody>
          <a:bodyPr>
            <a:no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28669" y="4344915"/>
            <a:ext cx="7516442" cy="1116085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32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C2C6F8EA-316C-41DE-B9A4-EDCC3A85ED9A}" type="datetimeFigureOut">
              <a:rPr lang="en-US" smtClean="0"/>
              <a:pPr/>
              <a:t>6/20/2021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Add a footer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666412" y="6356351"/>
            <a:ext cx="609441" cy="365125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7DC1BBB0-96F0-4077-A278-0F3FB5C104D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79559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C6F8EA-316C-41DE-B9A4-EDCC3A85ED9A}" type="datetimeFigureOut">
              <a:rPr lang="en-US"/>
              <a:t>6/20/2021</a:t>
            </a:fld>
            <a:endParaRPr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  <a:endParaRPr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C1BBB0-96F0-4077-A278-0F3FB5C104D3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855328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/>
          <p:cNvSpPr/>
          <p:nvPr/>
        </p:nvSpPr>
        <p:spPr bwMode="black">
          <a:xfrm>
            <a:off x="11579384" y="5638800"/>
            <a:ext cx="609441" cy="1219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 bwMode="gray">
          <a:xfrm>
            <a:off x="11274663" y="5638800"/>
            <a:ext cx="304721" cy="12192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 bwMode="gray">
          <a:xfrm>
            <a:off x="1216152" y="5638800"/>
            <a:ext cx="609441" cy="1219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 bwMode="ltGray">
          <a:xfrm>
            <a:off x="0" y="5638800"/>
            <a:ext cx="12188825" cy="1219200"/>
          </a:xfrm>
          <a:prstGeom prst="rect">
            <a:avLst/>
          </a:prstGeom>
          <a:solidFill>
            <a:schemeClr val="accent1">
              <a:lumMod val="75000"/>
              <a:alpha val="50196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/>
            <a:endParaRPr/>
          </a:p>
        </p:txBody>
      </p:sp>
      <p:cxnSp>
        <p:nvCxnSpPr>
          <p:cNvPr id="22" name="Straight Connector 21"/>
          <p:cNvCxnSpPr/>
          <p:nvPr/>
        </p:nvCxnSpPr>
        <p:spPr bwMode="white">
          <a:xfrm>
            <a:off x="11573293" y="5638800"/>
            <a:ext cx="0" cy="121920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 bwMode="black">
          <a:xfrm>
            <a:off x="0" y="5643132"/>
            <a:ext cx="1216152" cy="1214868"/>
          </a:xfrm>
          <a:prstGeom prst="rect">
            <a:avLst/>
          </a:prstGeom>
          <a:solidFill>
            <a:schemeClr val="accent1">
              <a:lumMod val="50000"/>
              <a:alpha val="74902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/>
            <a:endParaRPr/>
          </a:p>
        </p:txBody>
      </p:sp>
      <p:sp>
        <p:nvSpPr>
          <p:cNvPr id="18" name="Pi"/>
          <p:cNvSpPr>
            <a:spLocks/>
          </p:cNvSpPr>
          <p:nvPr/>
        </p:nvSpPr>
        <p:spPr bwMode="white">
          <a:xfrm>
            <a:off x="276462" y="6032500"/>
            <a:ext cx="593189" cy="519176"/>
          </a:xfrm>
          <a:custGeom>
            <a:avLst/>
            <a:gdLst>
              <a:gd name="T0" fmla="*/ 411 w 426"/>
              <a:gd name="T1" fmla="*/ 0 h 372"/>
              <a:gd name="T2" fmla="*/ 90 w 426"/>
              <a:gd name="T3" fmla="*/ 0 h 372"/>
              <a:gd name="T4" fmla="*/ 3 w 426"/>
              <a:gd name="T5" fmla="*/ 64 h 372"/>
              <a:gd name="T6" fmla="*/ 12 w 426"/>
              <a:gd name="T7" fmla="*/ 83 h 372"/>
              <a:gd name="T8" fmla="*/ 17 w 426"/>
              <a:gd name="T9" fmla="*/ 83 h 372"/>
              <a:gd name="T10" fmla="*/ 31 w 426"/>
              <a:gd name="T11" fmla="*/ 73 h 372"/>
              <a:gd name="T12" fmla="*/ 90 w 426"/>
              <a:gd name="T13" fmla="*/ 30 h 372"/>
              <a:gd name="T14" fmla="*/ 131 w 426"/>
              <a:gd name="T15" fmla="*/ 30 h 372"/>
              <a:gd name="T16" fmla="*/ 61 w 426"/>
              <a:gd name="T17" fmla="*/ 334 h 372"/>
              <a:gd name="T18" fmla="*/ 61 w 426"/>
              <a:gd name="T19" fmla="*/ 355 h 372"/>
              <a:gd name="T20" fmla="*/ 72 w 426"/>
              <a:gd name="T21" fmla="*/ 359 h 372"/>
              <a:gd name="T22" fmla="*/ 83 w 426"/>
              <a:gd name="T23" fmla="*/ 355 h 372"/>
              <a:gd name="T24" fmla="*/ 161 w 426"/>
              <a:gd name="T25" fmla="*/ 30 h 372"/>
              <a:gd name="T26" fmla="*/ 272 w 426"/>
              <a:gd name="T27" fmla="*/ 30 h 372"/>
              <a:gd name="T28" fmla="*/ 253 w 426"/>
              <a:gd name="T29" fmla="*/ 270 h 372"/>
              <a:gd name="T30" fmla="*/ 277 w 426"/>
              <a:gd name="T31" fmla="*/ 355 h 372"/>
              <a:gd name="T32" fmla="*/ 322 w 426"/>
              <a:gd name="T33" fmla="*/ 372 h 372"/>
              <a:gd name="T34" fmla="*/ 335 w 426"/>
              <a:gd name="T35" fmla="*/ 371 h 372"/>
              <a:gd name="T36" fmla="*/ 417 w 426"/>
              <a:gd name="T37" fmla="*/ 280 h 372"/>
              <a:gd name="T38" fmla="*/ 406 w 426"/>
              <a:gd name="T39" fmla="*/ 262 h 372"/>
              <a:gd name="T40" fmla="*/ 388 w 426"/>
              <a:gd name="T41" fmla="*/ 273 h 372"/>
              <a:gd name="T42" fmla="*/ 331 w 426"/>
              <a:gd name="T43" fmla="*/ 341 h 372"/>
              <a:gd name="T44" fmla="*/ 298 w 426"/>
              <a:gd name="T45" fmla="*/ 333 h 372"/>
              <a:gd name="T46" fmla="*/ 283 w 426"/>
              <a:gd name="T47" fmla="*/ 272 h 372"/>
              <a:gd name="T48" fmla="*/ 302 w 426"/>
              <a:gd name="T49" fmla="*/ 30 h 372"/>
              <a:gd name="T50" fmla="*/ 411 w 426"/>
              <a:gd name="T51" fmla="*/ 30 h 372"/>
              <a:gd name="T52" fmla="*/ 426 w 426"/>
              <a:gd name="T53" fmla="*/ 15 h 372"/>
              <a:gd name="T54" fmla="*/ 411 w 426"/>
              <a:gd name="T55" fmla="*/ 0 h 37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</a:cxnLst>
            <a:rect l="0" t="0" r="r" b="b"/>
            <a:pathLst>
              <a:path w="426" h="372">
                <a:moveTo>
                  <a:pt x="411" y="0"/>
                </a:moveTo>
                <a:cubicBezTo>
                  <a:pt x="90" y="0"/>
                  <a:pt x="90" y="0"/>
                  <a:pt x="90" y="0"/>
                </a:cubicBezTo>
                <a:cubicBezTo>
                  <a:pt x="25" y="0"/>
                  <a:pt x="4" y="61"/>
                  <a:pt x="3" y="64"/>
                </a:cubicBezTo>
                <a:cubicBezTo>
                  <a:pt x="0" y="71"/>
                  <a:pt x="4" y="80"/>
                  <a:pt x="12" y="83"/>
                </a:cubicBezTo>
                <a:cubicBezTo>
                  <a:pt x="14" y="83"/>
                  <a:pt x="15" y="83"/>
                  <a:pt x="17" y="83"/>
                </a:cubicBezTo>
                <a:cubicBezTo>
                  <a:pt x="23" y="83"/>
                  <a:pt x="29" y="80"/>
                  <a:pt x="31" y="73"/>
                </a:cubicBezTo>
                <a:cubicBezTo>
                  <a:pt x="31" y="73"/>
                  <a:pt x="46" y="30"/>
                  <a:pt x="90" y="30"/>
                </a:cubicBezTo>
                <a:cubicBezTo>
                  <a:pt x="131" y="30"/>
                  <a:pt x="131" y="30"/>
                  <a:pt x="131" y="30"/>
                </a:cubicBezTo>
                <a:cubicBezTo>
                  <a:pt x="129" y="83"/>
                  <a:pt x="118" y="274"/>
                  <a:pt x="61" y="334"/>
                </a:cubicBezTo>
                <a:cubicBezTo>
                  <a:pt x="55" y="340"/>
                  <a:pt x="55" y="350"/>
                  <a:pt x="61" y="355"/>
                </a:cubicBezTo>
                <a:cubicBezTo>
                  <a:pt x="64" y="358"/>
                  <a:pt x="68" y="359"/>
                  <a:pt x="72" y="359"/>
                </a:cubicBezTo>
                <a:cubicBezTo>
                  <a:pt x="76" y="359"/>
                  <a:pt x="80" y="358"/>
                  <a:pt x="83" y="355"/>
                </a:cubicBezTo>
                <a:cubicBezTo>
                  <a:pt x="148" y="286"/>
                  <a:pt x="159" y="84"/>
                  <a:pt x="161" y="30"/>
                </a:cubicBezTo>
                <a:cubicBezTo>
                  <a:pt x="272" y="30"/>
                  <a:pt x="272" y="30"/>
                  <a:pt x="272" y="30"/>
                </a:cubicBezTo>
                <a:cubicBezTo>
                  <a:pt x="253" y="270"/>
                  <a:pt x="253" y="270"/>
                  <a:pt x="253" y="270"/>
                </a:cubicBezTo>
                <a:cubicBezTo>
                  <a:pt x="253" y="272"/>
                  <a:pt x="248" y="327"/>
                  <a:pt x="277" y="355"/>
                </a:cubicBezTo>
                <a:cubicBezTo>
                  <a:pt x="289" y="366"/>
                  <a:pt x="304" y="372"/>
                  <a:pt x="322" y="372"/>
                </a:cubicBezTo>
                <a:cubicBezTo>
                  <a:pt x="326" y="372"/>
                  <a:pt x="330" y="372"/>
                  <a:pt x="335" y="371"/>
                </a:cubicBezTo>
                <a:cubicBezTo>
                  <a:pt x="398" y="362"/>
                  <a:pt x="416" y="283"/>
                  <a:pt x="417" y="280"/>
                </a:cubicBezTo>
                <a:cubicBezTo>
                  <a:pt x="419" y="271"/>
                  <a:pt x="414" y="264"/>
                  <a:pt x="406" y="262"/>
                </a:cubicBezTo>
                <a:cubicBezTo>
                  <a:pt x="398" y="260"/>
                  <a:pt x="390" y="265"/>
                  <a:pt x="388" y="273"/>
                </a:cubicBezTo>
                <a:cubicBezTo>
                  <a:pt x="388" y="274"/>
                  <a:pt x="373" y="335"/>
                  <a:pt x="331" y="341"/>
                </a:cubicBezTo>
                <a:cubicBezTo>
                  <a:pt x="316" y="343"/>
                  <a:pt x="306" y="341"/>
                  <a:pt x="298" y="333"/>
                </a:cubicBezTo>
                <a:cubicBezTo>
                  <a:pt x="282" y="318"/>
                  <a:pt x="282" y="284"/>
                  <a:pt x="283" y="272"/>
                </a:cubicBezTo>
                <a:cubicBezTo>
                  <a:pt x="302" y="30"/>
                  <a:pt x="302" y="30"/>
                  <a:pt x="302" y="30"/>
                </a:cubicBezTo>
                <a:cubicBezTo>
                  <a:pt x="411" y="30"/>
                  <a:pt x="411" y="30"/>
                  <a:pt x="411" y="30"/>
                </a:cubicBezTo>
                <a:cubicBezTo>
                  <a:pt x="419" y="30"/>
                  <a:pt x="426" y="24"/>
                  <a:pt x="426" y="15"/>
                </a:cubicBezTo>
                <a:cubicBezTo>
                  <a:pt x="426" y="7"/>
                  <a:pt x="419" y="0"/>
                  <a:pt x="411" y="0"/>
                </a:cubicBezTo>
                <a:close/>
              </a:path>
            </a:pathLst>
          </a:custGeom>
          <a:solidFill>
            <a:schemeClr val="bg1"/>
          </a:solidFill>
          <a:ln>
            <a:solidFill>
              <a:schemeClr val="bg1"/>
            </a:solidFill>
          </a:ln>
        </p:spPr>
        <p:txBody>
          <a:bodyPr vert="horz" wrap="square" lIns="121899" tIns="60949" rIns="121899" bIns="60949" numCol="1" anchor="t" anchorCtr="0" compatLnSpc="1">
            <a:prstTxWarp prst="textNoShape">
              <a:avLst/>
            </a:prstTxWarp>
          </a:bodyPr>
          <a:lstStyle/>
          <a:p>
            <a:endParaRPr/>
          </a:p>
        </p:txBody>
      </p:sp>
      <p:cxnSp>
        <p:nvCxnSpPr>
          <p:cNvPr id="23" name="Straight Connector 22"/>
          <p:cNvCxnSpPr/>
          <p:nvPr/>
        </p:nvCxnSpPr>
        <p:spPr bwMode="white">
          <a:xfrm>
            <a:off x="1216152" y="5638800"/>
            <a:ext cx="0" cy="121920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Rectangle 25"/>
          <p:cNvSpPr/>
          <p:nvPr/>
        </p:nvSpPr>
        <p:spPr bwMode="black">
          <a:xfrm>
            <a:off x="11579384" y="0"/>
            <a:ext cx="609441" cy="609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 bwMode="gray">
          <a:xfrm>
            <a:off x="11274663" y="0"/>
            <a:ext cx="304721" cy="6096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 bwMode="gray">
          <a:xfrm>
            <a:off x="1218883" y="0"/>
            <a:ext cx="609441" cy="609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-2" y="0"/>
            <a:ext cx="1218883" cy="6096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 bwMode="ltGray">
          <a:xfrm>
            <a:off x="0" y="0"/>
            <a:ext cx="12188825" cy="609600"/>
          </a:xfrm>
          <a:prstGeom prst="rect">
            <a:avLst/>
          </a:prstGeom>
          <a:solidFill>
            <a:schemeClr val="accent1">
              <a:lumMod val="75000"/>
              <a:alpha val="50196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/>
            <a:endParaRPr/>
          </a:p>
        </p:txBody>
      </p:sp>
      <p:cxnSp>
        <p:nvCxnSpPr>
          <p:cNvPr id="31" name="Straight Connector 30"/>
          <p:cNvCxnSpPr/>
          <p:nvPr/>
        </p:nvCxnSpPr>
        <p:spPr bwMode="white">
          <a:xfrm>
            <a:off x="11573293" y="0"/>
            <a:ext cx="0" cy="60960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Rectangle 31"/>
          <p:cNvSpPr/>
          <p:nvPr/>
        </p:nvSpPr>
        <p:spPr bwMode="black">
          <a:xfrm>
            <a:off x="0" y="0"/>
            <a:ext cx="1216152" cy="609600"/>
          </a:xfrm>
          <a:prstGeom prst="rect">
            <a:avLst/>
          </a:prstGeom>
          <a:solidFill>
            <a:schemeClr val="accent1">
              <a:lumMod val="50000"/>
              <a:alpha val="74902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/>
            <a:endParaRPr/>
          </a:p>
        </p:txBody>
      </p:sp>
      <p:cxnSp>
        <p:nvCxnSpPr>
          <p:cNvPr id="33" name="Straight Connector 32"/>
          <p:cNvCxnSpPr/>
          <p:nvPr/>
        </p:nvCxnSpPr>
        <p:spPr bwMode="white">
          <a:xfrm>
            <a:off x="1218884" y="0"/>
            <a:ext cx="0" cy="60960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98613" y="1600201"/>
            <a:ext cx="8283272" cy="2654064"/>
          </a:xfrm>
        </p:spPr>
        <p:txBody>
          <a:bodyPr anchor="b">
            <a:normAutofit/>
          </a:bodyPr>
          <a:lstStyle>
            <a:lvl1pPr algn="l">
              <a:defRPr sz="5400" b="0" cap="none" baseline="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98613" y="4259996"/>
            <a:ext cx="7264623" cy="1150203"/>
          </a:xfrm>
        </p:spPr>
        <p:txBody>
          <a:bodyPr anchor="t">
            <a:normAutofit/>
          </a:bodyPr>
          <a:lstStyle>
            <a:lvl1pPr marL="0" indent="0">
              <a:spcBef>
                <a:spcPts val="0"/>
              </a:spcBef>
              <a:buNone/>
              <a:defRPr sz="32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C2C6F8EA-316C-41DE-B9A4-EDCC3A85ED9A}" type="datetimeFigureOut">
              <a:rPr lang="en-US" smtClean="0"/>
              <a:pPr/>
              <a:t>6/20/2021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Add a footer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666571" y="6356351"/>
            <a:ext cx="609441" cy="365125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7DC1BBB0-96F0-4077-A278-0F3FB5C104D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44675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93436" y="1600200"/>
            <a:ext cx="4814586" cy="4572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61651" y="1600200"/>
            <a:ext cx="4814586" cy="4572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 baseline="0"/>
            </a:lvl6pPr>
            <a:lvl7pPr>
              <a:defRPr sz="1800" baseline="0"/>
            </a:lvl7pPr>
            <a:lvl8pPr>
              <a:defRPr sz="1800" baseline="0"/>
            </a:lvl8pPr>
            <a:lvl9pPr>
              <a:defRPr sz="1800"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C6F8EA-316C-41DE-B9A4-EDCC3A85ED9A}" type="datetimeFigureOut">
              <a:rPr lang="en-US"/>
              <a:t>6/20/2021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  <a:endParaRPr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C1BBB0-96F0-4077-A278-0F3FB5C104D3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2391137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93436" y="1499616"/>
            <a:ext cx="4818888" cy="938784"/>
          </a:xfrm>
        </p:spPr>
        <p:txBody>
          <a:bodyPr anchor="b">
            <a:noAutofit/>
          </a:bodyPr>
          <a:lstStyle>
            <a:lvl1pPr marL="0" indent="0">
              <a:spcBef>
                <a:spcPts val="0"/>
              </a:spcBef>
              <a:buNone/>
              <a:defRPr sz="2400" b="0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93436" y="2514706"/>
            <a:ext cx="4814586" cy="3657493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 baseline="0"/>
            </a:lvl8pPr>
            <a:lvl9pPr>
              <a:defRPr sz="1600"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57349" y="1499616"/>
            <a:ext cx="4818888" cy="938784"/>
          </a:xfrm>
        </p:spPr>
        <p:txBody>
          <a:bodyPr anchor="b">
            <a:noAutofit/>
          </a:bodyPr>
          <a:lstStyle>
            <a:lvl1pPr marL="0" indent="0">
              <a:spcBef>
                <a:spcPts val="0"/>
              </a:spcBef>
              <a:buNone/>
              <a:defRPr sz="2400" b="0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57349" y="2514600"/>
            <a:ext cx="4818888" cy="3655568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C6F8EA-316C-41DE-B9A4-EDCC3A85ED9A}" type="datetimeFigureOut">
              <a:rPr lang="en-US"/>
              <a:t>6/20/2021</a:t>
            </a:fld>
            <a:endParaRPr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  <a:endParaRPr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C1BBB0-96F0-4077-A278-0F3FB5C104D3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383580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C6F8EA-316C-41DE-B9A4-EDCC3A85ED9A}" type="datetimeFigureOut">
              <a:rPr lang="en-US"/>
              <a:t>6/20/2021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  <a:endParaRPr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C1BBB0-96F0-4077-A278-0F3FB5C104D3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1635788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 bwMode="ltGray">
          <a:xfrm>
            <a:off x="626239" y="0"/>
            <a:ext cx="304721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lvl="0" algn="ctr"/>
            <a:endParaRPr/>
          </a:p>
        </p:txBody>
      </p:sp>
      <p:sp>
        <p:nvSpPr>
          <p:cNvPr id="6" name="Rectangle 5"/>
          <p:cNvSpPr/>
          <p:nvPr/>
        </p:nvSpPr>
        <p:spPr bwMode="gray">
          <a:xfrm>
            <a:off x="0" y="0"/>
            <a:ext cx="609441" cy="6858000"/>
          </a:xfrm>
          <a:prstGeom prst="rect">
            <a:avLst/>
          </a:prstGeom>
          <a:solidFill>
            <a:schemeClr val="accent1">
              <a:lumMod val="75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lvl="0" algn="ctr"/>
            <a:endParaRPr/>
          </a:p>
        </p:txBody>
      </p:sp>
      <p:cxnSp>
        <p:nvCxnSpPr>
          <p:cNvPr id="7" name="Straight Connector 6"/>
          <p:cNvCxnSpPr/>
          <p:nvPr/>
        </p:nvCxnSpPr>
        <p:spPr bwMode="white">
          <a:xfrm>
            <a:off x="617143" y="0"/>
            <a:ext cx="0" cy="685800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 bwMode="gray">
          <a:xfrm>
            <a:off x="10969942" y="0"/>
            <a:ext cx="922621" cy="6858000"/>
          </a:xfrm>
          <a:prstGeom prst="rect">
            <a:avLst/>
          </a:prstGeom>
          <a:solidFill>
            <a:schemeClr val="accent1">
              <a:lumMod val="75000"/>
              <a:alpha val="87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lvl="0" algn="ctr"/>
            <a:endParaRPr/>
          </a:p>
        </p:txBody>
      </p:sp>
      <p:sp>
        <p:nvSpPr>
          <p:cNvPr id="9" name="Rectangle 8"/>
          <p:cNvSpPr/>
          <p:nvPr/>
        </p:nvSpPr>
        <p:spPr bwMode="black">
          <a:xfrm>
            <a:off x="11892563" y="0"/>
            <a:ext cx="304721" cy="6858000"/>
          </a:xfrm>
          <a:prstGeom prst="rect">
            <a:avLst/>
          </a:pr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lvl="0" algn="ctr"/>
            <a:endParaRPr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C6F8EA-316C-41DE-B9A4-EDCC3A85ED9A}" type="datetimeFigureOut">
              <a:rPr lang="en-US"/>
              <a:t>6/20/2021</a:t>
            </a:fld>
            <a:endParaRPr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7DC1BBB0-96F0-4077-A278-0F3FB5C104D3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83816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 bwMode="gray">
          <a:xfrm>
            <a:off x="621792" y="0"/>
            <a:ext cx="4147717" cy="68580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lvl="0" algn="ctr"/>
            <a:endParaRPr/>
          </a:p>
        </p:txBody>
      </p:sp>
      <p:sp>
        <p:nvSpPr>
          <p:cNvPr id="9" name="Rectangle 8"/>
          <p:cNvSpPr/>
          <p:nvPr/>
        </p:nvSpPr>
        <p:spPr bwMode="ltGray">
          <a:xfrm>
            <a:off x="0" y="0"/>
            <a:ext cx="609441" cy="6858000"/>
          </a:xfrm>
          <a:prstGeom prst="rect">
            <a:avLst/>
          </a:prstGeom>
          <a:solidFill>
            <a:schemeClr val="accent1">
              <a:lumMod val="75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lvl="0" algn="ctr"/>
            <a:endParaRPr/>
          </a:p>
        </p:txBody>
      </p:sp>
      <p:cxnSp>
        <p:nvCxnSpPr>
          <p:cNvPr id="10" name="Straight Connector 9"/>
          <p:cNvCxnSpPr/>
          <p:nvPr/>
        </p:nvCxnSpPr>
        <p:spPr bwMode="white">
          <a:xfrm>
            <a:off x="621792" y="0"/>
            <a:ext cx="0" cy="685800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/>
        </p:nvSpPr>
        <p:spPr bwMode="gray">
          <a:xfrm>
            <a:off x="11884104" y="0"/>
            <a:ext cx="304721" cy="68580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lvl="0"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white">
          <a:xfrm>
            <a:off x="1074240" y="381000"/>
            <a:ext cx="3293422" cy="1371600"/>
          </a:xfrm>
        </p:spPr>
        <p:txBody>
          <a:bodyPr anchor="b">
            <a:normAutofit/>
          </a:bodyPr>
          <a:lstStyle>
            <a:lvl1pPr algn="l">
              <a:defRPr sz="2800" b="0" cap="all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0251" y="482600"/>
            <a:ext cx="6195986" cy="568960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 baseline="0"/>
            </a:lvl8pPr>
            <a:lvl9pPr>
              <a:defRPr sz="1800"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white">
          <a:xfrm>
            <a:off x="1074240" y="1828800"/>
            <a:ext cx="3293422" cy="4343400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C6F8EA-316C-41DE-B9A4-EDCC3A85ED9A}" type="datetimeFigureOut">
              <a:rPr lang="en-US"/>
              <a:t>6/20/2021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  <a:endParaRPr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C1BBB0-96F0-4077-A278-0F3FB5C104D3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180431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 bwMode="gray">
          <a:xfrm>
            <a:off x="0" y="0"/>
            <a:ext cx="609441" cy="6858000"/>
          </a:xfrm>
          <a:prstGeom prst="rect">
            <a:avLst/>
          </a:prstGeom>
          <a:solidFill>
            <a:schemeClr val="accent1">
              <a:lumMod val="75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lvl="0" algn="ctr"/>
            <a:endParaRPr/>
          </a:p>
        </p:txBody>
      </p:sp>
      <p:sp>
        <p:nvSpPr>
          <p:cNvPr id="8" name="Rectangle 7"/>
          <p:cNvSpPr/>
          <p:nvPr/>
        </p:nvSpPr>
        <p:spPr bwMode="black">
          <a:xfrm>
            <a:off x="11884104" y="0"/>
            <a:ext cx="304721" cy="68580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lvl="0" algn="ctr"/>
            <a:endParaRPr/>
          </a:p>
        </p:txBody>
      </p:sp>
      <p:sp>
        <p:nvSpPr>
          <p:cNvPr id="9" name="Rectangle 8"/>
          <p:cNvSpPr/>
          <p:nvPr/>
        </p:nvSpPr>
        <p:spPr bwMode="ltGray">
          <a:xfrm>
            <a:off x="4875530" y="0"/>
            <a:ext cx="7017034" cy="68580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lvl="0"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74240" y="381000"/>
            <a:ext cx="3293422" cy="1371600"/>
          </a:xfrm>
        </p:spPr>
        <p:txBody>
          <a:bodyPr anchor="b">
            <a:normAutofit/>
          </a:bodyPr>
          <a:lstStyle>
            <a:lvl1pPr algn="l">
              <a:defRPr sz="2800" b="0" cap="all" baseline="0">
                <a:solidFill>
                  <a:schemeClr val="tx1">
                    <a:lumMod val="7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Picture Placeholder 2" descr="An empty placeholder to add an image. Click on the placeholder and select the image that you wish to add"/>
          <p:cNvSpPr>
            <a:spLocks noGrp="1"/>
          </p:cNvSpPr>
          <p:nvPr>
            <p:ph type="pic" idx="1"/>
          </p:nvPr>
        </p:nvSpPr>
        <p:spPr bwMode="auto">
          <a:xfrm>
            <a:off x="5180251" y="482600"/>
            <a:ext cx="6195986" cy="5689600"/>
          </a:xfrm>
          <a:ln w="19050">
            <a:solidFill>
              <a:schemeClr val="bg1"/>
            </a:solidFill>
          </a:ln>
        </p:spPr>
        <p:txBody>
          <a:bodyPr>
            <a:normAutofit/>
          </a:bodyPr>
          <a:lstStyle>
            <a:lvl1pPr marL="0" indent="0">
              <a:buNone/>
              <a:defRPr sz="2800" baseline="0">
                <a:solidFill>
                  <a:schemeClr val="tx2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74240" y="1828800"/>
            <a:ext cx="3293422" cy="4343400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C2C6F8EA-316C-41DE-B9A4-EDCC3A85ED9A}" type="datetimeFigureOut">
              <a:rPr lang="en-US" smtClean="0"/>
              <a:pPr/>
              <a:t>6/20/2021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Add a footer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7DC1BBB0-96F0-4077-A278-0F3FB5C104D3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 bwMode="white">
          <a:xfrm>
            <a:off x="11879867" y="0"/>
            <a:ext cx="0" cy="685800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739002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C6F8EA-316C-41DE-B9A4-EDCC3A85ED9A}" type="datetimeFigureOut">
              <a:rPr lang="en-US"/>
              <a:t>6/20/2021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  <a:endParaRPr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C1BBB0-96F0-4077-A278-0F3FB5C104D3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0408808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 bwMode="black">
          <a:xfrm>
            <a:off x="11884104" y="0"/>
            <a:ext cx="304721" cy="6858000"/>
          </a:xfrm>
          <a:prstGeom prst="rect">
            <a:avLst/>
          </a:pr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lvl="0" algn="ctr"/>
            <a:endParaRPr/>
          </a:p>
        </p:txBody>
      </p:sp>
      <p:sp>
        <p:nvSpPr>
          <p:cNvPr id="8" name="Rectangle 7"/>
          <p:cNvSpPr/>
          <p:nvPr/>
        </p:nvSpPr>
        <p:spPr bwMode="ltGray">
          <a:xfrm>
            <a:off x="617143" y="0"/>
            <a:ext cx="609441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 bwMode="gray">
          <a:xfrm>
            <a:off x="0" y="0"/>
            <a:ext cx="609441" cy="6858000"/>
          </a:xfrm>
          <a:prstGeom prst="rect">
            <a:avLst/>
          </a:prstGeom>
          <a:solidFill>
            <a:schemeClr val="accent1">
              <a:lumMod val="75000"/>
              <a:alpha val="87843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 bwMode="black">
          <a:xfrm>
            <a:off x="617143" y="736219"/>
            <a:ext cx="609441" cy="609600"/>
          </a:xfrm>
          <a:prstGeom prst="rect">
            <a:avLst/>
          </a:prstGeom>
          <a:solidFill>
            <a:schemeClr val="accent1">
              <a:lumMod val="50000"/>
              <a:alpha val="74902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1" name="Straight Connector 10"/>
          <p:cNvCxnSpPr/>
          <p:nvPr/>
        </p:nvCxnSpPr>
        <p:spPr bwMode="white">
          <a:xfrm>
            <a:off x="617143" y="736219"/>
            <a:ext cx="609441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 bwMode="white">
          <a:xfrm>
            <a:off x="617143" y="1345819"/>
            <a:ext cx="609441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Pi"/>
          <p:cNvSpPr>
            <a:spLocks/>
          </p:cNvSpPr>
          <p:nvPr/>
        </p:nvSpPr>
        <p:spPr bwMode="white">
          <a:xfrm rot="5400000">
            <a:off x="756095" y="898102"/>
            <a:ext cx="336023" cy="294097"/>
          </a:xfrm>
          <a:custGeom>
            <a:avLst/>
            <a:gdLst>
              <a:gd name="T0" fmla="*/ 411 w 426"/>
              <a:gd name="T1" fmla="*/ 0 h 372"/>
              <a:gd name="T2" fmla="*/ 90 w 426"/>
              <a:gd name="T3" fmla="*/ 0 h 372"/>
              <a:gd name="T4" fmla="*/ 3 w 426"/>
              <a:gd name="T5" fmla="*/ 64 h 372"/>
              <a:gd name="T6" fmla="*/ 12 w 426"/>
              <a:gd name="T7" fmla="*/ 83 h 372"/>
              <a:gd name="T8" fmla="*/ 17 w 426"/>
              <a:gd name="T9" fmla="*/ 83 h 372"/>
              <a:gd name="T10" fmla="*/ 31 w 426"/>
              <a:gd name="T11" fmla="*/ 73 h 372"/>
              <a:gd name="T12" fmla="*/ 90 w 426"/>
              <a:gd name="T13" fmla="*/ 30 h 372"/>
              <a:gd name="T14" fmla="*/ 131 w 426"/>
              <a:gd name="T15" fmla="*/ 30 h 372"/>
              <a:gd name="T16" fmla="*/ 61 w 426"/>
              <a:gd name="T17" fmla="*/ 334 h 372"/>
              <a:gd name="T18" fmla="*/ 61 w 426"/>
              <a:gd name="T19" fmla="*/ 355 h 372"/>
              <a:gd name="T20" fmla="*/ 72 w 426"/>
              <a:gd name="T21" fmla="*/ 359 h 372"/>
              <a:gd name="T22" fmla="*/ 83 w 426"/>
              <a:gd name="T23" fmla="*/ 355 h 372"/>
              <a:gd name="T24" fmla="*/ 161 w 426"/>
              <a:gd name="T25" fmla="*/ 30 h 372"/>
              <a:gd name="T26" fmla="*/ 272 w 426"/>
              <a:gd name="T27" fmla="*/ 30 h 372"/>
              <a:gd name="T28" fmla="*/ 253 w 426"/>
              <a:gd name="T29" fmla="*/ 270 h 372"/>
              <a:gd name="T30" fmla="*/ 277 w 426"/>
              <a:gd name="T31" fmla="*/ 355 h 372"/>
              <a:gd name="T32" fmla="*/ 322 w 426"/>
              <a:gd name="T33" fmla="*/ 372 h 372"/>
              <a:gd name="T34" fmla="*/ 335 w 426"/>
              <a:gd name="T35" fmla="*/ 371 h 372"/>
              <a:gd name="T36" fmla="*/ 417 w 426"/>
              <a:gd name="T37" fmla="*/ 280 h 372"/>
              <a:gd name="T38" fmla="*/ 406 w 426"/>
              <a:gd name="T39" fmla="*/ 262 h 372"/>
              <a:gd name="T40" fmla="*/ 388 w 426"/>
              <a:gd name="T41" fmla="*/ 273 h 372"/>
              <a:gd name="T42" fmla="*/ 331 w 426"/>
              <a:gd name="T43" fmla="*/ 341 h 372"/>
              <a:gd name="T44" fmla="*/ 298 w 426"/>
              <a:gd name="T45" fmla="*/ 333 h 372"/>
              <a:gd name="T46" fmla="*/ 283 w 426"/>
              <a:gd name="T47" fmla="*/ 272 h 372"/>
              <a:gd name="T48" fmla="*/ 302 w 426"/>
              <a:gd name="T49" fmla="*/ 30 h 372"/>
              <a:gd name="T50" fmla="*/ 411 w 426"/>
              <a:gd name="T51" fmla="*/ 30 h 372"/>
              <a:gd name="T52" fmla="*/ 426 w 426"/>
              <a:gd name="T53" fmla="*/ 15 h 372"/>
              <a:gd name="T54" fmla="*/ 411 w 426"/>
              <a:gd name="T55" fmla="*/ 0 h 37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</a:cxnLst>
            <a:rect l="0" t="0" r="r" b="b"/>
            <a:pathLst>
              <a:path w="426" h="372">
                <a:moveTo>
                  <a:pt x="411" y="0"/>
                </a:moveTo>
                <a:cubicBezTo>
                  <a:pt x="90" y="0"/>
                  <a:pt x="90" y="0"/>
                  <a:pt x="90" y="0"/>
                </a:cubicBezTo>
                <a:cubicBezTo>
                  <a:pt x="25" y="0"/>
                  <a:pt x="4" y="61"/>
                  <a:pt x="3" y="64"/>
                </a:cubicBezTo>
                <a:cubicBezTo>
                  <a:pt x="0" y="71"/>
                  <a:pt x="4" y="80"/>
                  <a:pt x="12" y="83"/>
                </a:cubicBezTo>
                <a:cubicBezTo>
                  <a:pt x="14" y="83"/>
                  <a:pt x="15" y="83"/>
                  <a:pt x="17" y="83"/>
                </a:cubicBezTo>
                <a:cubicBezTo>
                  <a:pt x="23" y="83"/>
                  <a:pt x="29" y="80"/>
                  <a:pt x="31" y="73"/>
                </a:cubicBezTo>
                <a:cubicBezTo>
                  <a:pt x="31" y="73"/>
                  <a:pt x="46" y="30"/>
                  <a:pt x="90" y="30"/>
                </a:cubicBezTo>
                <a:cubicBezTo>
                  <a:pt x="131" y="30"/>
                  <a:pt x="131" y="30"/>
                  <a:pt x="131" y="30"/>
                </a:cubicBezTo>
                <a:cubicBezTo>
                  <a:pt x="129" y="83"/>
                  <a:pt x="118" y="274"/>
                  <a:pt x="61" y="334"/>
                </a:cubicBezTo>
                <a:cubicBezTo>
                  <a:pt x="55" y="340"/>
                  <a:pt x="55" y="350"/>
                  <a:pt x="61" y="355"/>
                </a:cubicBezTo>
                <a:cubicBezTo>
                  <a:pt x="64" y="358"/>
                  <a:pt x="68" y="359"/>
                  <a:pt x="72" y="359"/>
                </a:cubicBezTo>
                <a:cubicBezTo>
                  <a:pt x="76" y="359"/>
                  <a:pt x="80" y="358"/>
                  <a:pt x="83" y="355"/>
                </a:cubicBezTo>
                <a:cubicBezTo>
                  <a:pt x="148" y="286"/>
                  <a:pt x="159" y="84"/>
                  <a:pt x="161" y="30"/>
                </a:cubicBezTo>
                <a:cubicBezTo>
                  <a:pt x="272" y="30"/>
                  <a:pt x="272" y="30"/>
                  <a:pt x="272" y="30"/>
                </a:cubicBezTo>
                <a:cubicBezTo>
                  <a:pt x="253" y="270"/>
                  <a:pt x="253" y="270"/>
                  <a:pt x="253" y="270"/>
                </a:cubicBezTo>
                <a:cubicBezTo>
                  <a:pt x="253" y="272"/>
                  <a:pt x="248" y="327"/>
                  <a:pt x="277" y="355"/>
                </a:cubicBezTo>
                <a:cubicBezTo>
                  <a:pt x="289" y="366"/>
                  <a:pt x="304" y="372"/>
                  <a:pt x="322" y="372"/>
                </a:cubicBezTo>
                <a:cubicBezTo>
                  <a:pt x="326" y="372"/>
                  <a:pt x="330" y="372"/>
                  <a:pt x="335" y="371"/>
                </a:cubicBezTo>
                <a:cubicBezTo>
                  <a:pt x="398" y="362"/>
                  <a:pt x="416" y="283"/>
                  <a:pt x="417" y="280"/>
                </a:cubicBezTo>
                <a:cubicBezTo>
                  <a:pt x="419" y="271"/>
                  <a:pt x="414" y="264"/>
                  <a:pt x="406" y="262"/>
                </a:cubicBezTo>
                <a:cubicBezTo>
                  <a:pt x="398" y="260"/>
                  <a:pt x="390" y="265"/>
                  <a:pt x="388" y="273"/>
                </a:cubicBezTo>
                <a:cubicBezTo>
                  <a:pt x="388" y="274"/>
                  <a:pt x="373" y="335"/>
                  <a:pt x="331" y="341"/>
                </a:cubicBezTo>
                <a:cubicBezTo>
                  <a:pt x="316" y="343"/>
                  <a:pt x="306" y="341"/>
                  <a:pt x="298" y="333"/>
                </a:cubicBezTo>
                <a:cubicBezTo>
                  <a:pt x="282" y="318"/>
                  <a:pt x="282" y="284"/>
                  <a:pt x="283" y="272"/>
                </a:cubicBezTo>
                <a:cubicBezTo>
                  <a:pt x="302" y="30"/>
                  <a:pt x="302" y="30"/>
                  <a:pt x="302" y="30"/>
                </a:cubicBezTo>
                <a:cubicBezTo>
                  <a:pt x="411" y="30"/>
                  <a:pt x="411" y="30"/>
                  <a:pt x="411" y="30"/>
                </a:cubicBezTo>
                <a:cubicBezTo>
                  <a:pt x="419" y="30"/>
                  <a:pt x="426" y="24"/>
                  <a:pt x="426" y="15"/>
                </a:cubicBezTo>
                <a:cubicBezTo>
                  <a:pt x="426" y="7"/>
                  <a:pt x="419" y="0"/>
                  <a:pt x="411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/>
          </a:p>
        </p:txBody>
      </p:sp>
      <p:cxnSp>
        <p:nvCxnSpPr>
          <p:cNvPr id="14" name="Straight Connector 13"/>
          <p:cNvCxnSpPr/>
          <p:nvPr/>
        </p:nvCxnSpPr>
        <p:spPr bwMode="white">
          <a:xfrm>
            <a:off x="617143" y="0"/>
            <a:ext cx="0" cy="685800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599612" y="685800"/>
            <a:ext cx="1787526" cy="5486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598613" y="685800"/>
            <a:ext cx="7848599" cy="5486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C6F8EA-316C-41DE-B9A4-EDCC3A85ED9A}" type="datetimeFigureOut">
              <a:rPr lang="en-US"/>
              <a:t>6/20/2021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  <a:endParaRPr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C1BBB0-96F0-4077-A278-0F3FB5C104D3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6128176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 bwMode="gray">
          <a:xfrm>
            <a:off x="11884104" y="0"/>
            <a:ext cx="304721" cy="6858000"/>
          </a:xfrm>
          <a:prstGeom prst="rect">
            <a:avLst/>
          </a:pr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lvl="0" algn="ctr"/>
            <a:endParaRPr/>
          </a:p>
        </p:txBody>
      </p:sp>
      <p:sp>
        <p:nvSpPr>
          <p:cNvPr id="8" name="Rectangle 7"/>
          <p:cNvSpPr/>
          <p:nvPr/>
        </p:nvSpPr>
        <p:spPr bwMode="ltGray">
          <a:xfrm>
            <a:off x="617143" y="0"/>
            <a:ext cx="609441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 bwMode="gray">
          <a:xfrm>
            <a:off x="0" y="0"/>
            <a:ext cx="609441" cy="6858000"/>
          </a:xfrm>
          <a:prstGeom prst="rect">
            <a:avLst/>
          </a:prstGeom>
          <a:solidFill>
            <a:schemeClr val="accent1">
              <a:lumMod val="75000"/>
              <a:alpha val="87843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 bwMode="black">
          <a:xfrm>
            <a:off x="617143" y="736219"/>
            <a:ext cx="609441" cy="609600"/>
          </a:xfrm>
          <a:prstGeom prst="rect">
            <a:avLst/>
          </a:prstGeom>
          <a:solidFill>
            <a:schemeClr val="accent1">
              <a:lumMod val="50000"/>
              <a:alpha val="74902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4" name="Straight Connector 13"/>
          <p:cNvCxnSpPr/>
          <p:nvPr/>
        </p:nvCxnSpPr>
        <p:spPr bwMode="white">
          <a:xfrm>
            <a:off x="617143" y="736219"/>
            <a:ext cx="609441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 bwMode="white">
          <a:xfrm>
            <a:off x="617143" y="1345819"/>
            <a:ext cx="609441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Pi"/>
          <p:cNvSpPr>
            <a:spLocks/>
          </p:cNvSpPr>
          <p:nvPr/>
        </p:nvSpPr>
        <p:spPr bwMode="white">
          <a:xfrm>
            <a:off x="756095" y="898102"/>
            <a:ext cx="336023" cy="294097"/>
          </a:xfrm>
          <a:custGeom>
            <a:avLst/>
            <a:gdLst>
              <a:gd name="T0" fmla="*/ 411 w 426"/>
              <a:gd name="T1" fmla="*/ 0 h 372"/>
              <a:gd name="T2" fmla="*/ 90 w 426"/>
              <a:gd name="T3" fmla="*/ 0 h 372"/>
              <a:gd name="T4" fmla="*/ 3 w 426"/>
              <a:gd name="T5" fmla="*/ 64 h 372"/>
              <a:gd name="T6" fmla="*/ 12 w 426"/>
              <a:gd name="T7" fmla="*/ 83 h 372"/>
              <a:gd name="T8" fmla="*/ 17 w 426"/>
              <a:gd name="T9" fmla="*/ 83 h 372"/>
              <a:gd name="T10" fmla="*/ 31 w 426"/>
              <a:gd name="T11" fmla="*/ 73 h 372"/>
              <a:gd name="T12" fmla="*/ 90 w 426"/>
              <a:gd name="T13" fmla="*/ 30 h 372"/>
              <a:gd name="T14" fmla="*/ 131 w 426"/>
              <a:gd name="T15" fmla="*/ 30 h 372"/>
              <a:gd name="T16" fmla="*/ 61 w 426"/>
              <a:gd name="T17" fmla="*/ 334 h 372"/>
              <a:gd name="T18" fmla="*/ 61 w 426"/>
              <a:gd name="T19" fmla="*/ 355 h 372"/>
              <a:gd name="T20" fmla="*/ 72 w 426"/>
              <a:gd name="T21" fmla="*/ 359 h 372"/>
              <a:gd name="T22" fmla="*/ 83 w 426"/>
              <a:gd name="T23" fmla="*/ 355 h 372"/>
              <a:gd name="T24" fmla="*/ 161 w 426"/>
              <a:gd name="T25" fmla="*/ 30 h 372"/>
              <a:gd name="T26" fmla="*/ 272 w 426"/>
              <a:gd name="T27" fmla="*/ 30 h 372"/>
              <a:gd name="T28" fmla="*/ 253 w 426"/>
              <a:gd name="T29" fmla="*/ 270 h 372"/>
              <a:gd name="T30" fmla="*/ 277 w 426"/>
              <a:gd name="T31" fmla="*/ 355 h 372"/>
              <a:gd name="T32" fmla="*/ 322 w 426"/>
              <a:gd name="T33" fmla="*/ 372 h 372"/>
              <a:gd name="T34" fmla="*/ 335 w 426"/>
              <a:gd name="T35" fmla="*/ 371 h 372"/>
              <a:gd name="T36" fmla="*/ 417 w 426"/>
              <a:gd name="T37" fmla="*/ 280 h 372"/>
              <a:gd name="T38" fmla="*/ 406 w 426"/>
              <a:gd name="T39" fmla="*/ 262 h 372"/>
              <a:gd name="T40" fmla="*/ 388 w 426"/>
              <a:gd name="T41" fmla="*/ 273 h 372"/>
              <a:gd name="T42" fmla="*/ 331 w 426"/>
              <a:gd name="T43" fmla="*/ 341 h 372"/>
              <a:gd name="T44" fmla="*/ 298 w 426"/>
              <a:gd name="T45" fmla="*/ 333 h 372"/>
              <a:gd name="T46" fmla="*/ 283 w 426"/>
              <a:gd name="T47" fmla="*/ 272 h 372"/>
              <a:gd name="T48" fmla="*/ 302 w 426"/>
              <a:gd name="T49" fmla="*/ 30 h 372"/>
              <a:gd name="T50" fmla="*/ 411 w 426"/>
              <a:gd name="T51" fmla="*/ 30 h 372"/>
              <a:gd name="T52" fmla="*/ 426 w 426"/>
              <a:gd name="T53" fmla="*/ 15 h 372"/>
              <a:gd name="T54" fmla="*/ 411 w 426"/>
              <a:gd name="T55" fmla="*/ 0 h 37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</a:cxnLst>
            <a:rect l="0" t="0" r="r" b="b"/>
            <a:pathLst>
              <a:path w="426" h="372">
                <a:moveTo>
                  <a:pt x="411" y="0"/>
                </a:moveTo>
                <a:cubicBezTo>
                  <a:pt x="90" y="0"/>
                  <a:pt x="90" y="0"/>
                  <a:pt x="90" y="0"/>
                </a:cubicBezTo>
                <a:cubicBezTo>
                  <a:pt x="25" y="0"/>
                  <a:pt x="4" y="61"/>
                  <a:pt x="3" y="64"/>
                </a:cubicBezTo>
                <a:cubicBezTo>
                  <a:pt x="0" y="71"/>
                  <a:pt x="4" y="80"/>
                  <a:pt x="12" y="83"/>
                </a:cubicBezTo>
                <a:cubicBezTo>
                  <a:pt x="14" y="83"/>
                  <a:pt x="15" y="83"/>
                  <a:pt x="17" y="83"/>
                </a:cubicBezTo>
                <a:cubicBezTo>
                  <a:pt x="23" y="83"/>
                  <a:pt x="29" y="80"/>
                  <a:pt x="31" y="73"/>
                </a:cubicBezTo>
                <a:cubicBezTo>
                  <a:pt x="31" y="73"/>
                  <a:pt x="46" y="30"/>
                  <a:pt x="90" y="30"/>
                </a:cubicBezTo>
                <a:cubicBezTo>
                  <a:pt x="131" y="30"/>
                  <a:pt x="131" y="30"/>
                  <a:pt x="131" y="30"/>
                </a:cubicBezTo>
                <a:cubicBezTo>
                  <a:pt x="129" y="83"/>
                  <a:pt x="118" y="274"/>
                  <a:pt x="61" y="334"/>
                </a:cubicBezTo>
                <a:cubicBezTo>
                  <a:pt x="55" y="340"/>
                  <a:pt x="55" y="350"/>
                  <a:pt x="61" y="355"/>
                </a:cubicBezTo>
                <a:cubicBezTo>
                  <a:pt x="64" y="358"/>
                  <a:pt x="68" y="359"/>
                  <a:pt x="72" y="359"/>
                </a:cubicBezTo>
                <a:cubicBezTo>
                  <a:pt x="76" y="359"/>
                  <a:pt x="80" y="358"/>
                  <a:pt x="83" y="355"/>
                </a:cubicBezTo>
                <a:cubicBezTo>
                  <a:pt x="148" y="286"/>
                  <a:pt x="159" y="84"/>
                  <a:pt x="161" y="30"/>
                </a:cubicBezTo>
                <a:cubicBezTo>
                  <a:pt x="272" y="30"/>
                  <a:pt x="272" y="30"/>
                  <a:pt x="272" y="30"/>
                </a:cubicBezTo>
                <a:cubicBezTo>
                  <a:pt x="253" y="270"/>
                  <a:pt x="253" y="270"/>
                  <a:pt x="253" y="270"/>
                </a:cubicBezTo>
                <a:cubicBezTo>
                  <a:pt x="253" y="272"/>
                  <a:pt x="248" y="327"/>
                  <a:pt x="277" y="355"/>
                </a:cubicBezTo>
                <a:cubicBezTo>
                  <a:pt x="289" y="366"/>
                  <a:pt x="304" y="372"/>
                  <a:pt x="322" y="372"/>
                </a:cubicBezTo>
                <a:cubicBezTo>
                  <a:pt x="326" y="372"/>
                  <a:pt x="330" y="372"/>
                  <a:pt x="335" y="371"/>
                </a:cubicBezTo>
                <a:cubicBezTo>
                  <a:pt x="398" y="362"/>
                  <a:pt x="416" y="283"/>
                  <a:pt x="417" y="280"/>
                </a:cubicBezTo>
                <a:cubicBezTo>
                  <a:pt x="419" y="271"/>
                  <a:pt x="414" y="264"/>
                  <a:pt x="406" y="262"/>
                </a:cubicBezTo>
                <a:cubicBezTo>
                  <a:pt x="398" y="260"/>
                  <a:pt x="390" y="265"/>
                  <a:pt x="388" y="273"/>
                </a:cubicBezTo>
                <a:cubicBezTo>
                  <a:pt x="388" y="274"/>
                  <a:pt x="373" y="335"/>
                  <a:pt x="331" y="341"/>
                </a:cubicBezTo>
                <a:cubicBezTo>
                  <a:pt x="316" y="343"/>
                  <a:pt x="306" y="341"/>
                  <a:pt x="298" y="333"/>
                </a:cubicBezTo>
                <a:cubicBezTo>
                  <a:pt x="282" y="318"/>
                  <a:pt x="282" y="284"/>
                  <a:pt x="283" y="272"/>
                </a:cubicBezTo>
                <a:cubicBezTo>
                  <a:pt x="302" y="30"/>
                  <a:pt x="302" y="30"/>
                  <a:pt x="302" y="30"/>
                </a:cubicBezTo>
                <a:cubicBezTo>
                  <a:pt x="411" y="30"/>
                  <a:pt x="411" y="30"/>
                  <a:pt x="411" y="30"/>
                </a:cubicBezTo>
                <a:cubicBezTo>
                  <a:pt x="419" y="30"/>
                  <a:pt x="426" y="24"/>
                  <a:pt x="426" y="15"/>
                </a:cubicBezTo>
                <a:cubicBezTo>
                  <a:pt x="426" y="7"/>
                  <a:pt x="419" y="0"/>
                  <a:pt x="411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/>
          </a:p>
        </p:txBody>
      </p:sp>
      <p:cxnSp>
        <p:nvCxnSpPr>
          <p:cNvPr id="16" name="Straight Connector 15"/>
          <p:cNvCxnSpPr/>
          <p:nvPr/>
        </p:nvCxnSpPr>
        <p:spPr bwMode="white">
          <a:xfrm>
            <a:off x="617143" y="0"/>
            <a:ext cx="0" cy="685800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593436" y="177800"/>
            <a:ext cx="9782801" cy="123983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93436" y="1600200"/>
            <a:ext cx="9782801" cy="4572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180250" y="6356351"/>
            <a:ext cx="121888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cap="all" baseline="0">
                <a:solidFill>
                  <a:schemeClr val="tx1"/>
                </a:solidFill>
              </a:defRPr>
            </a:lvl1pPr>
          </a:lstStyle>
          <a:p>
            <a:fld id="{C2C6F8EA-316C-41DE-B9A4-EDCC3A85ED9A}" type="datetimeFigureOut">
              <a:rPr lang="en-US" smtClean="0"/>
              <a:pPr/>
              <a:t>6/20/2021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595933" y="6356351"/>
            <a:ext cx="39740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cap="all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Add a footer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66796" y="6356351"/>
            <a:ext cx="60944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cap="all" baseline="0">
                <a:solidFill>
                  <a:schemeClr val="tx1"/>
                </a:solidFill>
              </a:defRPr>
            </a:lvl1pPr>
          </a:lstStyle>
          <a:p>
            <a:fld id="{7DC1BBB0-96F0-4077-A278-0F3FB5C104D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43223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>
              <a:lumMod val="75000"/>
            </a:schemeClr>
          </a:solidFill>
          <a:latin typeface="+mj-lt"/>
          <a:ea typeface="+mj-ea"/>
          <a:cs typeface="+mj-cs"/>
        </a:defRPr>
      </a:lvl1pPr>
    </p:titleStyle>
    <p:bodyStyle>
      <a:lvl1pPr marL="246888" indent="-246888" algn="l" defTabSz="914400" rtl="0" eaLnBrk="1" latinLnBrk="0" hangingPunct="1">
        <a:lnSpc>
          <a:spcPct val="90000"/>
        </a:lnSpc>
        <a:spcBef>
          <a:spcPts val="1400"/>
        </a:spcBef>
        <a:buFont typeface="Euphemia" pitchFamily="34" charset="0"/>
        <a:buChar char="›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12648" indent="-246888" algn="l" defTabSz="914400" rtl="0" eaLnBrk="1" latinLnBrk="0" hangingPunct="1">
        <a:lnSpc>
          <a:spcPct val="90000"/>
        </a:lnSpc>
        <a:spcBef>
          <a:spcPts val="600"/>
        </a:spcBef>
        <a:buFont typeface="Euphemia" pitchFamily="34" charset="0"/>
        <a:buChar char="–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78408" indent="-246888" algn="l" defTabSz="914400" rtl="0" eaLnBrk="1" latinLnBrk="0" hangingPunct="1">
        <a:lnSpc>
          <a:spcPct val="90000"/>
        </a:lnSpc>
        <a:spcBef>
          <a:spcPts val="600"/>
        </a:spcBef>
        <a:buFont typeface="Euphemia" pitchFamily="34" charset="0"/>
        <a:buChar char="›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344168" indent="-246888" algn="l" defTabSz="914400" rtl="0" eaLnBrk="1" latinLnBrk="0" hangingPunct="1">
        <a:lnSpc>
          <a:spcPct val="90000"/>
        </a:lnSpc>
        <a:spcBef>
          <a:spcPts val="600"/>
        </a:spcBef>
        <a:buFont typeface="Arial" pitchFamily="34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709928" indent="-246888" algn="l" defTabSz="914400" rtl="0" eaLnBrk="1" latinLnBrk="0" hangingPunct="1">
        <a:lnSpc>
          <a:spcPct val="90000"/>
        </a:lnSpc>
        <a:spcBef>
          <a:spcPts val="600"/>
        </a:spcBef>
        <a:buFont typeface="Euphemia" pitchFamily="34" charset="0"/>
        <a:buChar char="›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075688" indent="-246888" algn="l" defTabSz="914400" rtl="0" eaLnBrk="1" latinLnBrk="0" hangingPunct="1">
        <a:lnSpc>
          <a:spcPct val="90000"/>
        </a:lnSpc>
        <a:spcBef>
          <a:spcPts val="600"/>
        </a:spcBef>
        <a:buFont typeface="Euphemia" pitchFamily="34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441448" indent="-246888" algn="l" defTabSz="914400" rtl="0" eaLnBrk="1" latinLnBrk="0" hangingPunct="1">
        <a:lnSpc>
          <a:spcPct val="90000"/>
        </a:lnSpc>
        <a:spcBef>
          <a:spcPts val="600"/>
        </a:spcBef>
        <a:buFont typeface="Euphemia" pitchFamily="34" charset="0"/>
        <a:buChar char="›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2807208" indent="-246888" algn="l" defTabSz="914400" rtl="0" eaLnBrk="1" latinLnBrk="0" hangingPunct="1">
        <a:lnSpc>
          <a:spcPct val="90000"/>
        </a:lnSpc>
        <a:spcBef>
          <a:spcPts val="600"/>
        </a:spcBef>
        <a:buFont typeface="Euphemia" pitchFamily="34" charset="0"/>
        <a:buChar char="–"/>
        <a:defRPr sz="18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3172968" indent="-246888" algn="l" defTabSz="914400" rtl="0" eaLnBrk="1" latinLnBrk="0" hangingPunct="1">
        <a:lnSpc>
          <a:spcPct val="90000"/>
        </a:lnSpc>
        <a:spcBef>
          <a:spcPts val="600"/>
        </a:spcBef>
        <a:buFont typeface="Euphemia" pitchFamily="34" charset="0"/>
        <a:buChar char="›"/>
        <a:defRPr sz="18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39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 altLang="en-US" dirty="0"/>
              <a:t>컴퓨터 프로그래밍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 altLang="en-US" dirty="0"/>
              <a:t>윤지노 학생</a:t>
            </a:r>
            <a:endParaRPr lang="en-US" dirty="0"/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09FC9F2F-A1AD-4FC2-858E-9A440EE4AE1E}"/>
              </a:ext>
            </a:extLst>
          </p:cNvPr>
          <p:cNvSpPr txBox="1">
            <a:spLocks/>
          </p:cNvSpPr>
          <p:nvPr/>
        </p:nvSpPr>
        <p:spPr>
          <a:xfrm>
            <a:off x="8686700" y="6093296"/>
            <a:ext cx="2736304" cy="56740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Euphemia" pitchFamily="34" charset="0"/>
              <a:buNone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Arial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None/>
              <a:defRPr sz="1800" kern="1200" baseline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None/>
              <a:defRPr sz="1800" kern="1200" baseline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Daniel Ahn</a:t>
            </a:r>
          </a:p>
        </p:txBody>
      </p:sp>
    </p:spTree>
    <p:extLst>
      <p:ext uri="{BB962C8B-B14F-4D97-AF65-F5344CB8AC3E}">
        <p14:creationId xmlns:p14="http://schemas.microsoft.com/office/powerpoint/2010/main" val="5067614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자기 소개</a:t>
            </a:r>
            <a:endParaRPr lang="en-US" dirty="0"/>
          </a:p>
        </p:txBody>
      </p:sp>
      <p:sp>
        <p:nvSpPr>
          <p:cNvPr id="14" name="Content Placeholder 1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어떤 게임은 좋아하나요</a:t>
            </a:r>
            <a:r>
              <a:rPr lang="en-CA" altLang="ko-KR" dirty="0"/>
              <a:t>?</a:t>
            </a:r>
          </a:p>
          <a:p>
            <a:r>
              <a:rPr lang="ko-KR" altLang="en-US" dirty="0"/>
              <a:t>언제 처음 프로그래밍을 접했나요</a:t>
            </a:r>
            <a:r>
              <a:rPr lang="en-CA" altLang="ko-KR" dirty="0"/>
              <a:t>?</a:t>
            </a:r>
          </a:p>
          <a:p>
            <a:r>
              <a:rPr lang="ko-KR" altLang="en-US" dirty="0"/>
              <a:t>만들고 싶은 프로그램은 어떤 것인가요</a:t>
            </a:r>
            <a:r>
              <a:rPr lang="en-CA" altLang="ko-KR" dirty="0"/>
              <a:t>?</a:t>
            </a:r>
          </a:p>
          <a:p>
            <a:r>
              <a:rPr lang="ko-KR" altLang="en-US" dirty="0"/>
              <a:t>좋아하는 공부</a:t>
            </a:r>
            <a:r>
              <a:rPr lang="en-CA" altLang="ko-KR" dirty="0"/>
              <a:t>, </a:t>
            </a:r>
            <a:r>
              <a:rPr lang="ko-KR" altLang="en-US" dirty="0"/>
              <a:t>잘하는 과목은 무엇인가요</a:t>
            </a:r>
            <a:r>
              <a:rPr lang="en-CA" altLang="ko-KR" dirty="0"/>
              <a:t>?</a:t>
            </a:r>
          </a:p>
          <a:p>
            <a:r>
              <a:rPr lang="ko-KR" altLang="en-US" dirty="0"/>
              <a:t>장래 희망은 무엇인가요</a:t>
            </a:r>
            <a:r>
              <a:rPr lang="en-CA" altLang="ko-KR" dirty="0"/>
              <a:t>? </a:t>
            </a:r>
          </a:p>
          <a:p>
            <a:r>
              <a:rPr lang="ko-KR" altLang="en-US" dirty="0"/>
              <a:t>놀 때 주로 무엇을 하나요</a:t>
            </a:r>
            <a:r>
              <a:rPr lang="en-CA" altLang="ko-KR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37612245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생각해 봅시다</a:t>
            </a:r>
            <a:endParaRPr lang="en-US" dirty="0"/>
          </a:p>
        </p:txBody>
      </p:sp>
      <p:sp>
        <p:nvSpPr>
          <p:cNvPr id="14" name="Content Placeholder 1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사전 </a:t>
            </a:r>
            <a:r>
              <a:rPr lang="en-CA" altLang="ko-KR" dirty="0"/>
              <a:t>(</a:t>
            </a:r>
            <a:r>
              <a:rPr lang="ko-KR" altLang="en-US" dirty="0"/>
              <a:t>순서대로 정렬</a:t>
            </a:r>
            <a:r>
              <a:rPr lang="en-CA" altLang="ko-KR" dirty="0"/>
              <a:t>)</a:t>
            </a:r>
            <a:r>
              <a:rPr lang="ko-KR" altLang="en-US" dirty="0"/>
              <a:t>에서 </a:t>
            </a:r>
            <a:r>
              <a:rPr lang="en-CA" altLang="ko-KR" dirty="0"/>
              <a:t>3</a:t>
            </a:r>
            <a:r>
              <a:rPr lang="ko-KR" altLang="en-US" dirty="0"/>
              <a:t>번 페이지 펼쳐 </a:t>
            </a:r>
            <a:r>
              <a:rPr lang="en-CA" altLang="ko-KR" dirty="0"/>
              <a:t>Q</a:t>
            </a:r>
            <a:r>
              <a:rPr lang="ko-KR" altLang="en-US" dirty="0"/>
              <a:t>를 찾기</a:t>
            </a:r>
            <a:endParaRPr lang="en-CA" altLang="ko-KR" dirty="0"/>
          </a:p>
          <a:p>
            <a:endParaRPr lang="en-CA" altLang="ko-KR" dirty="0"/>
          </a:p>
          <a:p>
            <a:endParaRPr lang="en-CA" altLang="ko-KR" dirty="0"/>
          </a:p>
        </p:txBody>
      </p:sp>
      <p:graphicFrame>
        <p:nvGraphicFramePr>
          <p:cNvPr id="2" name="Table 2">
            <a:extLst>
              <a:ext uri="{FF2B5EF4-FFF2-40B4-BE49-F238E27FC236}">
                <a16:creationId xmlns:a16="http://schemas.microsoft.com/office/drawing/2014/main" id="{DC7DA096-5DAA-443F-B815-8F0D618E457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51702182"/>
              </p:ext>
            </p:extLst>
          </p:nvPr>
        </p:nvGraphicFramePr>
        <p:xfrm>
          <a:off x="1917948" y="2204864"/>
          <a:ext cx="7848870" cy="74168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784887">
                  <a:extLst>
                    <a:ext uri="{9D8B030D-6E8A-4147-A177-3AD203B41FA5}">
                      <a16:colId xmlns:a16="http://schemas.microsoft.com/office/drawing/2014/main" val="646076680"/>
                    </a:ext>
                  </a:extLst>
                </a:gridCol>
                <a:gridCol w="784887">
                  <a:extLst>
                    <a:ext uri="{9D8B030D-6E8A-4147-A177-3AD203B41FA5}">
                      <a16:colId xmlns:a16="http://schemas.microsoft.com/office/drawing/2014/main" val="849713941"/>
                    </a:ext>
                  </a:extLst>
                </a:gridCol>
                <a:gridCol w="784887">
                  <a:extLst>
                    <a:ext uri="{9D8B030D-6E8A-4147-A177-3AD203B41FA5}">
                      <a16:colId xmlns:a16="http://schemas.microsoft.com/office/drawing/2014/main" val="597100545"/>
                    </a:ext>
                  </a:extLst>
                </a:gridCol>
                <a:gridCol w="784887">
                  <a:extLst>
                    <a:ext uri="{9D8B030D-6E8A-4147-A177-3AD203B41FA5}">
                      <a16:colId xmlns:a16="http://schemas.microsoft.com/office/drawing/2014/main" val="221319660"/>
                    </a:ext>
                  </a:extLst>
                </a:gridCol>
                <a:gridCol w="784887">
                  <a:extLst>
                    <a:ext uri="{9D8B030D-6E8A-4147-A177-3AD203B41FA5}">
                      <a16:colId xmlns:a16="http://schemas.microsoft.com/office/drawing/2014/main" val="1935895132"/>
                    </a:ext>
                  </a:extLst>
                </a:gridCol>
                <a:gridCol w="784887">
                  <a:extLst>
                    <a:ext uri="{9D8B030D-6E8A-4147-A177-3AD203B41FA5}">
                      <a16:colId xmlns:a16="http://schemas.microsoft.com/office/drawing/2014/main" val="100401854"/>
                    </a:ext>
                  </a:extLst>
                </a:gridCol>
                <a:gridCol w="784887">
                  <a:extLst>
                    <a:ext uri="{9D8B030D-6E8A-4147-A177-3AD203B41FA5}">
                      <a16:colId xmlns:a16="http://schemas.microsoft.com/office/drawing/2014/main" val="3748281770"/>
                    </a:ext>
                  </a:extLst>
                </a:gridCol>
                <a:gridCol w="784887">
                  <a:extLst>
                    <a:ext uri="{9D8B030D-6E8A-4147-A177-3AD203B41FA5}">
                      <a16:colId xmlns:a16="http://schemas.microsoft.com/office/drawing/2014/main" val="3984675977"/>
                    </a:ext>
                  </a:extLst>
                </a:gridCol>
                <a:gridCol w="784887">
                  <a:extLst>
                    <a:ext uri="{9D8B030D-6E8A-4147-A177-3AD203B41FA5}">
                      <a16:colId xmlns:a16="http://schemas.microsoft.com/office/drawing/2014/main" val="1355682973"/>
                    </a:ext>
                  </a:extLst>
                </a:gridCol>
                <a:gridCol w="784887">
                  <a:extLst>
                    <a:ext uri="{9D8B030D-6E8A-4147-A177-3AD203B41FA5}">
                      <a16:colId xmlns:a16="http://schemas.microsoft.com/office/drawing/2014/main" val="407516957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CA" dirty="0"/>
                        <a:t>Page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dirty="0"/>
                        <a:t>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221435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CA" dirty="0"/>
                        <a:t>letter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dirty="0"/>
                        <a:t>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dirty="0"/>
                        <a:t>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dirty="0"/>
                        <a:t>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dirty="0"/>
                        <a:t>J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dirty="0"/>
                        <a:t>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dirty="0"/>
                        <a:t>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dirty="0">
                          <a:solidFill>
                            <a:srgbClr val="FF0000"/>
                          </a:solidFill>
                        </a:rPr>
                        <a:t>Q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dirty="0"/>
                        <a:t>V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1113476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224451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생각해 봅시다</a:t>
            </a:r>
            <a:endParaRPr lang="en-US" dirty="0"/>
          </a:p>
        </p:txBody>
      </p:sp>
      <p:sp>
        <p:nvSpPr>
          <p:cNvPr id="14" name="Content Placeholder 13"/>
          <p:cNvSpPr>
            <a:spLocks noGrp="1"/>
          </p:cNvSpPr>
          <p:nvPr>
            <p:ph idx="1"/>
          </p:nvPr>
        </p:nvSpPr>
        <p:spPr>
          <a:xfrm>
            <a:off x="1593437" y="1600200"/>
            <a:ext cx="9685552" cy="820688"/>
          </a:xfrm>
        </p:spPr>
        <p:txBody>
          <a:bodyPr/>
          <a:lstStyle/>
          <a:p>
            <a:r>
              <a:rPr lang="ko-KR" altLang="en-US" dirty="0"/>
              <a:t>사전 </a:t>
            </a:r>
            <a:r>
              <a:rPr lang="en-CA" altLang="ko-KR" dirty="0"/>
              <a:t>(</a:t>
            </a:r>
            <a:r>
              <a:rPr lang="ko-KR" altLang="en-US" dirty="0"/>
              <a:t>순서대로 정렬</a:t>
            </a:r>
            <a:r>
              <a:rPr lang="en-CA" altLang="ko-KR" dirty="0"/>
              <a:t>)</a:t>
            </a:r>
            <a:r>
              <a:rPr lang="ko-KR" altLang="en-US" dirty="0"/>
              <a:t>에서 </a:t>
            </a:r>
            <a:r>
              <a:rPr lang="en-CA" altLang="ko-KR" dirty="0"/>
              <a:t>3</a:t>
            </a:r>
            <a:r>
              <a:rPr lang="ko-KR" altLang="en-US" dirty="0"/>
              <a:t>번 페이지 펼쳐 </a:t>
            </a:r>
            <a:r>
              <a:rPr lang="en-CA" altLang="ko-KR" dirty="0"/>
              <a:t>Q</a:t>
            </a:r>
            <a:r>
              <a:rPr lang="ko-KR" altLang="en-US" dirty="0"/>
              <a:t>를 찾기</a:t>
            </a:r>
            <a:endParaRPr lang="en-CA" altLang="ko-KR" dirty="0"/>
          </a:p>
          <a:p>
            <a:endParaRPr lang="en-CA" altLang="ko-KR" dirty="0"/>
          </a:p>
          <a:p>
            <a:endParaRPr lang="en-CA" altLang="ko-KR" dirty="0"/>
          </a:p>
        </p:txBody>
      </p:sp>
      <p:graphicFrame>
        <p:nvGraphicFramePr>
          <p:cNvPr id="2" name="Table 2">
            <a:extLst>
              <a:ext uri="{FF2B5EF4-FFF2-40B4-BE49-F238E27FC236}">
                <a16:creationId xmlns:a16="http://schemas.microsoft.com/office/drawing/2014/main" id="{DC7DA096-5DAA-443F-B815-8F0D618E457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2831815"/>
              </p:ext>
            </p:extLst>
          </p:nvPr>
        </p:nvGraphicFramePr>
        <p:xfrm>
          <a:off x="2169977" y="4998576"/>
          <a:ext cx="7848870" cy="74168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784887">
                  <a:extLst>
                    <a:ext uri="{9D8B030D-6E8A-4147-A177-3AD203B41FA5}">
                      <a16:colId xmlns:a16="http://schemas.microsoft.com/office/drawing/2014/main" val="646076680"/>
                    </a:ext>
                  </a:extLst>
                </a:gridCol>
                <a:gridCol w="784887">
                  <a:extLst>
                    <a:ext uri="{9D8B030D-6E8A-4147-A177-3AD203B41FA5}">
                      <a16:colId xmlns:a16="http://schemas.microsoft.com/office/drawing/2014/main" val="849713941"/>
                    </a:ext>
                  </a:extLst>
                </a:gridCol>
                <a:gridCol w="784887">
                  <a:extLst>
                    <a:ext uri="{9D8B030D-6E8A-4147-A177-3AD203B41FA5}">
                      <a16:colId xmlns:a16="http://schemas.microsoft.com/office/drawing/2014/main" val="597100545"/>
                    </a:ext>
                  </a:extLst>
                </a:gridCol>
                <a:gridCol w="784887">
                  <a:extLst>
                    <a:ext uri="{9D8B030D-6E8A-4147-A177-3AD203B41FA5}">
                      <a16:colId xmlns:a16="http://schemas.microsoft.com/office/drawing/2014/main" val="221319660"/>
                    </a:ext>
                  </a:extLst>
                </a:gridCol>
                <a:gridCol w="784887">
                  <a:extLst>
                    <a:ext uri="{9D8B030D-6E8A-4147-A177-3AD203B41FA5}">
                      <a16:colId xmlns:a16="http://schemas.microsoft.com/office/drawing/2014/main" val="1935895132"/>
                    </a:ext>
                  </a:extLst>
                </a:gridCol>
                <a:gridCol w="784887">
                  <a:extLst>
                    <a:ext uri="{9D8B030D-6E8A-4147-A177-3AD203B41FA5}">
                      <a16:colId xmlns:a16="http://schemas.microsoft.com/office/drawing/2014/main" val="100401854"/>
                    </a:ext>
                  </a:extLst>
                </a:gridCol>
                <a:gridCol w="784887">
                  <a:extLst>
                    <a:ext uri="{9D8B030D-6E8A-4147-A177-3AD203B41FA5}">
                      <a16:colId xmlns:a16="http://schemas.microsoft.com/office/drawing/2014/main" val="3748281770"/>
                    </a:ext>
                  </a:extLst>
                </a:gridCol>
                <a:gridCol w="784887">
                  <a:extLst>
                    <a:ext uri="{9D8B030D-6E8A-4147-A177-3AD203B41FA5}">
                      <a16:colId xmlns:a16="http://schemas.microsoft.com/office/drawing/2014/main" val="3984675977"/>
                    </a:ext>
                  </a:extLst>
                </a:gridCol>
                <a:gridCol w="784887">
                  <a:extLst>
                    <a:ext uri="{9D8B030D-6E8A-4147-A177-3AD203B41FA5}">
                      <a16:colId xmlns:a16="http://schemas.microsoft.com/office/drawing/2014/main" val="1355682973"/>
                    </a:ext>
                  </a:extLst>
                </a:gridCol>
                <a:gridCol w="784887">
                  <a:extLst>
                    <a:ext uri="{9D8B030D-6E8A-4147-A177-3AD203B41FA5}">
                      <a16:colId xmlns:a16="http://schemas.microsoft.com/office/drawing/2014/main" val="407516957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CA" dirty="0"/>
                        <a:t>Page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dirty="0">
                          <a:solidFill>
                            <a:srgbClr val="FF0000"/>
                          </a:solidFill>
                        </a:rP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dirty="0"/>
                        <a:t>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221435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CA" dirty="0"/>
                        <a:t>letter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dirty="0"/>
                        <a:t>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dirty="0"/>
                        <a:t>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dirty="0"/>
                        <a:t>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dirty="0"/>
                        <a:t>J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dirty="0"/>
                        <a:t>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dirty="0"/>
                        <a:t>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dirty="0">
                          <a:solidFill>
                            <a:srgbClr val="FF0000"/>
                          </a:solidFill>
                        </a:rPr>
                        <a:t>Q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dirty="0"/>
                        <a:t>V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11134764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F74C63CB-51D1-4AAF-B2B5-8957688B5DC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81811778"/>
              </p:ext>
            </p:extLst>
          </p:nvPr>
        </p:nvGraphicFramePr>
        <p:xfrm>
          <a:off x="2169977" y="2687320"/>
          <a:ext cx="7848870" cy="74168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784887">
                  <a:extLst>
                    <a:ext uri="{9D8B030D-6E8A-4147-A177-3AD203B41FA5}">
                      <a16:colId xmlns:a16="http://schemas.microsoft.com/office/drawing/2014/main" val="3442589812"/>
                    </a:ext>
                  </a:extLst>
                </a:gridCol>
                <a:gridCol w="784887">
                  <a:extLst>
                    <a:ext uri="{9D8B030D-6E8A-4147-A177-3AD203B41FA5}">
                      <a16:colId xmlns:a16="http://schemas.microsoft.com/office/drawing/2014/main" val="3033720672"/>
                    </a:ext>
                  </a:extLst>
                </a:gridCol>
                <a:gridCol w="784887">
                  <a:extLst>
                    <a:ext uri="{9D8B030D-6E8A-4147-A177-3AD203B41FA5}">
                      <a16:colId xmlns:a16="http://schemas.microsoft.com/office/drawing/2014/main" val="3230264313"/>
                    </a:ext>
                  </a:extLst>
                </a:gridCol>
                <a:gridCol w="784887">
                  <a:extLst>
                    <a:ext uri="{9D8B030D-6E8A-4147-A177-3AD203B41FA5}">
                      <a16:colId xmlns:a16="http://schemas.microsoft.com/office/drawing/2014/main" val="1293927176"/>
                    </a:ext>
                  </a:extLst>
                </a:gridCol>
                <a:gridCol w="784887">
                  <a:extLst>
                    <a:ext uri="{9D8B030D-6E8A-4147-A177-3AD203B41FA5}">
                      <a16:colId xmlns:a16="http://schemas.microsoft.com/office/drawing/2014/main" val="361154248"/>
                    </a:ext>
                  </a:extLst>
                </a:gridCol>
                <a:gridCol w="784887">
                  <a:extLst>
                    <a:ext uri="{9D8B030D-6E8A-4147-A177-3AD203B41FA5}">
                      <a16:colId xmlns:a16="http://schemas.microsoft.com/office/drawing/2014/main" val="831146322"/>
                    </a:ext>
                  </a:extLst>
                </a:gridCol>
                <a:gridCol w="784887">
                  <a:extLst>
                    <a:ext uri="{9D8B030D-6E8A-4147-A177-3AD203B41FA5}">
                      <a16:colId xmlns:a16="http://schemas.microsoft.com/office/drawing/2014/main" val="328387111"/>
                    </a:ext>
                  </a:extLst>
                </a:gridCol>
                <a:gridCol w="784887">
                  <a:extLst>
                    <a:ext uri="{9D8B030D-6E8A-4147-A177-3AD203B41FA5}">
                      <a16:colId xmlns:a16="http://schemas.microsoft.com/office/drawing/2014/main" val="1885834728"/>
                    </a:ext>
                  </a:extLst>
                </a:gridCol>
                <a:gridCol w="784887">
                  <a:extLst>
                    <a:ext uri="{9D8B030D-6E8A-4147-A177-3AD203B41FA5}">
                      <a16:colId xmlns:a16="http://schemas.microsoft.com/office/drawing/2014/main" val="4289617129"/>
                    </a:ext>
                  </a:extLst>
                </a:gridCol>
                <a:gridCol w="784887">
                  <a:extLst>
                    <a:ext uri="{9D8B030D-6E8A-4147-A177-3AD203B41FA5}">
                      <a16:colId xmlns:a16="http://schemas.microsoft.com/office/drawing/2014/main" val="99824707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CA" dirty="0"/>
                        <a:t>Page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dirty="0">
                          <a:solidFill>
                            <a:srgbClr val="FF0000"/>
                          </a:solidFill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dirty="0"/>
                        <a:t>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284524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CA" dirty="0"/>
                        <a:t>letter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dirty="0"/>
                        <a:t>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dirty="0"/>
                        <a:t>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dirty="0"/>
                        <a:t>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dirty="0"/>
                        <a:t>J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dirty="0"/>
                        <a:t>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dirty="0"/>
                        <a:t>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dirty="0">
                          <a:solidFill>
                            <a:srgbClr val="FF0000"/>
                          </a:solidFill>
                        </a:rPr>
                        <a:t>Q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dirty="0"/>
                        <a:t>V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07292333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017448FC-C382-45F2-B3BD-0075DA38818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78413787"/>
              </p:ext>
            </p:extLst>
          </p:nvPr>
        </p:nvGraphicFramePr>
        <p:xfrm>
          <a:off x="2185819" y="3825096"/>
          <a:ext cx="7848870" cy="74168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784887">
                  <a:extLst>
                    <a:ext uri="{9D8B030D-6E8A-4147-A177-3AD203B41FA5}">
                      <a16:colId xmlns:a16="http://schemas.microsoft.com/office/drawing/2014/main" val="3442589812"/>
                    </a:ext>
                  </a:extLst>
                </a:gridCol>
                <a:gridCol w="784887">
                  <a:extLst>
                    <a:ext uri="{9D8B030D-6E8A-4147-A177-3AD203B41FA5}">
                      <a16:colId xmlns:a16="http://schemas.microsoft.com/office/drawing/2014/main" val="3033720672"/>
                    </a:ext>
                  </a:extLst>
                </a:gridCol>
                <a:gridCol w="784887">
                  <a:extLst>
                    <a:ext uri="{9D8B030D-6E8A-4147-A177-3AD203B41FA5}">
                      <a16:colId xmlns:a16="http://schemas.microsoft.com/office/drawing/2014/main" val="3230264313"/>
                    </a:ext>
                  </a:extLst>
                </a:gridCol>
                <a:gridCol w="784887">
                  <a:extLst>
                    <a:ext uri="{9D8B030D-6E8A-4147-A177-3AD203B41FA5}">
                      <a16:colId xmlns:a16="http://schemas.microsoft.com/office/drawing/2014/main" val="1293927176"/>
                    </a:ext>
                  </a:extLst>
                </a:gridCol>
                <a:gridCol w="784887">
                  <a:extLst>
                    <a:ext uri="{9D8B030D-6E8A-4147-A177-3AD203B41FA5}">
                      <a16:colId xmlns:a16="http://schemas.microsoft.com/office/drawing/2014/main" val="361154248"/>
                    </a:ext>
                  </a:extLst>
                </a:gridCol>
                <a:gridCol w="784887">
                  <a:extLst>
                    <a:ext uri="{9D8B030D-6E8A-4147-A177-3AD203B41FA5}">
                      <a16:colId xmlns:a16="http://schemas.microsoft.com/office/drawing/2014/main" val="831146322"/>
                    </a:ext>
                  </a:extLst>
                </a:gridCol>
                <a:gridCol w="784887">
                  <a:extLst>
                    <a:ext uri="{9D8B030D-6E8A-4147-A177-3AD203B41FA5}">
                      <a16:colId xmlns:a16="http://schemas.microsoft.com/office/drawing/2014/main" val="328387111"/>
                    </a:ext>
                  </a:extLst>
                </a:gridCol>
                <a:gridCol w="784887">
                  <a:extLst>
                    <a:ext uri="{9D8B030D-6E8A-4147-A177-3AD203B41FA5}">
                      <a16:colId xmlns:a16="http://schemas.microsoft.com/office/drawing/2014/main" val="1885834728"/>
                    </a:ext>
                  </a:extLst>
                </a:gridCol>
                <a:gridCol w="784887">
                  <a:extLst>
                    <a:ext uri="{9D8B030D-6E8A-4147-A177-3AD203B41FA5}">
                      <a16:colId xmlns:a16="http://schemas.microsoft.com/office/drawing/2014/main" val="4289617129"/>
                    </a:ext>
                  </a:extLst>
                </a:gridCol>
                <a:gridCol w="784887">
                  <a:extLst>
                    <a:ext uri="{9D8B030D-6E8A-4147-A177-3AD203B41FA5}">
                      <a16:colId xmlns:a16="http://schemas.microsoft.com/office/drawing/2014/main" val="99824707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CA" dirty="0"/>
                        <a:t>Page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dirty="0">
                          <a:solidFill>
                            <a:srgbClr val="FF0000"/>
                          </a:solidFill>
                        </a:rP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dirty="0"/>
                        <a:t>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284524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CA" dirty="0"/>
                        <a:t>letter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dirty="0"/>
                        <a:t>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dirty="0"/>
                        <a:t>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dirty="0"/>
                        <a:t>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dirty="0"/>
                        <a:t>J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dirty="0"/>
                        <a:t>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dirty="0"/>
                        <a:t>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dirty="0">
                          <a:solidFill>
                            <a:srgbClr val="FF0000"/>
                          </a:solidFill>
                        </a:rPr>
                        <a:t>Q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dirty="0"/>
                        <a:t>V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0729233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429731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생각해 봅시다</a:t>
            </a:r>
            <a:endParaRPr lang="en-US" dirty="0"/>
          </a:p>
        </p:txBody>
      </p:sp>
      <p:sp>
        <p:nvSpPr>
          <p:cNvPr id="14" name="Content Placeholder 1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altLang="ko-KR" dirty="0"/>
              <a:t>5</a:t>
            </a:r>
            <a:r>
              <a:rPr lang="ko-KR" altLang="en-US" dirty="0"/>
              <a:t>리터</a:t>
            </a:r>
            <a:r>
              <a:rPr lang="en-CA" altLang="ko-KR" dirty="0"/>
              <a:t>, 3</a:t>
            </a:r>
            <a:r>
              <a:rPr lang="ko-KR" altLang="en-US" dirty="0"/>
              <a:t>리터 물병으로 </a:t>
            </a:r>
            <a:r>
              <a:rPr lang="en-CA" altLang="ko-KR" dirty="0"/>
              <a:t>4</a:t>
            </a:r>
            <a:r>
              <a:rPr lang="ko-KR" altLang="en-US" dirty="0"/>
              <a:t>리터 물 만들기</a:t>
            </a:r>
            <a:endParaRPr lang="en-CA" altLang="ko-KR" dirty="0"/>
          </a:p>
          <a:p>
            <a:pPr lvl="1"/>
            <a:r>
              <a:rPr lang="en-CA" altLang="ko-KR" dirty="0">
                <a:solidFill>
                  <a:schemeClr val="accent6"/>
                </a:solidFill>
              </a:rPr>
              <a:t>5(1), 3(3)</a:t>
            </a:r>
          </a:p>
        </p:txBody>
      </p:sp>
    </p:spTree>
    <p:extLst>
      <p:ext uri="{BB962C8B-B14F-4D97-AF65-F5344CB8AC3E}">
        <p14:creationId xmlns:p14="http://schemas.microsoft.com/office/powerpoint/2010/main" val="41441783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생각해 봅시다</a:t>
            </a:r>
            <a:endParaRPr lang="en-US" dirty="0"/>
          </a:p>
        </p:txBody>
      </p:sp>
      <p:sp>
        <p:nvSpPr>
          <p:cNvPr id="14" name="Content Placeholder 1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altLang="ko-KR" dirty="0"/>
              <a:t>5</a:t>
            </a:r>
            <a:r>
              <a:rPr lang="ko-KR" altLang="en-US" dirty="0"/>
              <a:t>리터</a:t>
            </a:r>
            <a:r>
              <a:rPr lang="en-CA" altLang="ko-KR" dirty="0"/>
              <a:t>, 3</a:t>
            </a:r>
            <a:r>
              <a:rPr lang="ko-KR" altLang="en-US" dirty="0"/>
              <a:t>리터 물병</a:t>
            </a:r>
            <a:r>
              <a:rPr lang="en-CA" altLang="ko-KR" dirty="0"/>
              <a:t>(</a:t>
            </a:r>
            <a:r>
              <a:rPr lang="ko-KR" altLang="en-US" dirty="0"/>
              <a:t>눈금없음</a:t>
            </a:r>
            <a:r>
              <a:rPr lang="en-CA" altLang="ko-KR" dirty="0"/>
              <a:t>) </a:t>
            </a:r>
            <a:r>
              <a:rPr lang="ko-KR" altLang="en-US" dirty="0"/>
              <a:t>으로 </a:t>
            </a:r>
            <a:r>
              <a:rPr lang="en-CA" altLang="ko-KR" dirty="0"/>
              <a:t>4</a:t>
            </a:r>
            <a:r>
              <a:rPr lang="ko-KR" altLang="en-US" dirty="0"/>
              <a:t>리터 물 만들기</a:t>
            </a:r>
            <a:endParaRPr lang="en-CA" altLang="ko-KR" dirty="0"/>
          </a:p>
          <a:p>
            <a:pPr lvl="1"/>
            <a:r>
              <a:rPr lang="en-CA" altLang="ko-KR" dirty="0">
                <a:solidFill>
                  <a:schemeClr val="tx2"/>
                </a:solidFill>
              </a:rPr>
              <a:t>5(0), 3(3) </a:t>
            </a:r>
            <a:r>
              <a:rPr lang="en-CA" altLang="ko-KR" dirty="0">
                <a:solidFill>
                  <a:schemeClr val="tx2"/>
                </a:solidFill>
                <a:sym typeface="Wingdings" panose="05000000000000000000" pitchFamily="2" charset="2"/>
              </a:rPr>
              <a:t> </a:t>
            </a:r>
            <a:r>
              <a:rPr lang="en-CA" altLang="ko-KR" dirty="0">
                <a:solidFill>
                  <a:schemeClr val="tx2"/>
                </a:solidFill>
              </a:rPr>
              <a:t>5(3), 3(0)</a:t>
            </a:r>
          </a:p>
          <a:p>
            <a:pPr lvl="1"/>
            <a:r>
              <a:rPr lang="en-CA" altLang="ko-KR" dirty="0">
                <a:solidFill>
                  <a:schemeClr val="tx2"/>
                </a:solidFill>
              </a:rPr>
              <a:t>5(3), 3(3) </a:t>
            </a:r>
            <a:r>
              <a:rPr lang="en-CA" altLang="ko-KR" dirty="0">
                <a:solidFill>
                  <a:schemeClr val="tx2"/>
                </a:solidFill>
                <a:sym typeface="Wingdings" panose="05000000000000000000" pitchFamily="2" charset="2"/>
              </a:rPr>
              <a:t> </a:t>
            </a:r>
            <a:r>
              <a:rPr lang="en-CA" altLang="ko-KR" dirty="0">
                <a:solidFill>
                  <a:schemeClr val="tx2"/>
                </a:solidFill>
              </a:rPr>
              <a:t>5(3 + 2), 3(1)</a:t>
            </a:r>
          </a:p>
          <a:p>
            <a:pPr lvl="1"/>
            <a:r>
              <a:rPr lang="en-CA" altLang="ko-KR" dirty="0">
                <a:solidFill>
                  <a:schemeClr val="tx2"/>
                </a:solidFill>
              </a:rPr>
              <a:t>5(0), 3(1) </a:t>
            </a:r>
            <a:r>
              <a:rPr lang="en-CA" altLang="ko-KR" dirty="0">
                <a:solidFill>
                  <a:schemeClr val="tx2"/>
                </a:solidFill>
                <a:sym typeface="Wingdings" panose="05000000000000000000" pitchFamily="2" charset="2"/>
              </a:rPr>
              <a:t> 5(1), 3(0) </a:t>
            </a:r>
          </a:p>
          <a:p>
            <a:pPr lvl="1"/>
            <a:r>
              <a:rPr lang="en-CA" altLang="ko-KR" dirty="0">
                <a:solidFill>
                  <a:schemeClr val="tx2"/>
                </a:solidFill>
                <a:sym typeface="Wingdings" panose="05000000000000000000" pitchFamily="2" charset="2"/>
              </a:rPr>
              <a:t>5(1), 3(3)  5(4)</a:t>
            </a:r>
            <a:endParaRPr lang="en-CA" altLang="ko-KR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772743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생각해 봅시다</a:t>
            </a:r>
            <a:endParaRPr lang="en-US" dirty="0"/>
          </a:p>
        </p:txBody>
      </p:sp>
      <p:sp>
        <p:nvSpPr>
          <p:cNvPr id="14" name="Content Placeholder 1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약병 </a:t>
            </a:r>
            <a:r>
              <a:rPr lang="en-CA" altLang="ko-KR" dirty="0"/>
              <a:t>10</a:t>
            </a:r>
            <a:r>
              <a:rPr lang="ko-KR" altLang="en-US" dirty="0"/>
              <a:t>개</a:t>
            </a:r>
            <a:r>
              <a:rPr lang="en-CA" altLang="ko-KR" dirty="0"/>
              <a:t>, 9</a:t>
            </a:r>
            <a:r>
              <a:rPr lang="ko-KR" altLang="en-US" dirty="0"/>
              <a:t>개는 </a:t>
            </a:r>
            <a:r>
              <a:rPr lang="en-CA" altLang="ko-KR" dirty="0"/>
              <a:t>1.0g </a:t>
            </a:r>
            <a:r>
              <a:rPr lang="ko-KR" altLang="en-US" dirty="0"/>
              <a:t>알약</a:t>
            </a:r>
            <a:r>
              <a:rPr lang="en-CA" altLang="ko-KR" dirty="0"/>
              <a:t>, 1</a:t>
            </a:r>
            <a:r>
              <a:rPr lang="ko-KR" altLang="en-US" dirty="0"/>
              <a:t>개는 </a:t>
            </a:r>
            <a:r>
              <a:rPr lang="en-CA" altLang="ko-KR" dirty="0"/>
              <a:t>1.1g </a:t>
            </a:r>
            <a:r>
              <a:rPr lang="ko-KR" altLang="en-US" dirty="0"/>
              <a:t>알약</a:t>
            </a:r>
            <a:br>
              <a:rPr lang="en-CA" altLang="ko-KR" dirty="0"/>
            </a:br>
            <a:r>
              <a:rPr lang="ko-KR" altLang="en-US" dirty="0"/>
              <a:t>저울 </a:t>
            </a:r>
            <a:r>
              <a:rPr lang="en-CA" altLang="ko-KR" dirty="0"/>
              <a:t>1</a:t>
            </a:r>
            <a:r>
              <a:rPr lang="ko-KR" altLang="en-US" dirty="0"/>
              <a:t>개로 </a:t>
            </a:r>
            <a:r>
              <a:rPr lang="en-CA" altLang="ko-KR" dirty="0"/>
              <a:t>1.1g </a:t>
            </a:r>
            <a:r>
              <a:rPr lang="ko-KR" altLang="en-US" dirty="0"/>
              <a:t>알약 찾기 </a:t>
            </a:r>
            <a:endParaRPr lang="en-CA" altLang="ko-KR" dirty="0"/>
          </a:p>
        </p:txBody>
      </p:sp>
    </p:spTree>
    <p:extLst>
      <p:ext uri="{BB962C8B-B14F-4D97-AF65-F5344CB8AC3E}">
        <p14:creationId xmlns:p14="http://schemas.microsoft.com/office/powerpoint/2010/main" val="40402252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생각해 봅시다</a:t>
            </a:r>
            <a:endParaRPr lang="en-US" dirty="0"/>
          </a:p>
        </p:txBody>
      </p:sp>
      <p:sp>
        <p:nvSpPr>
          <p:cNvPr id="14" name="Content Placeholder 1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약병 </a:t>
            </a:r>
            <a:r>
              <a:rPr lang="en-CA" altLang="ko-KR" dirty="0"/>
              <a:t>10</a:t>
            </a:r>
            <a:r>
              <a:rPr lang="ko-KR" altLang="en-US" dirty="0"/>
              <a:t>개</a:t>
            </a:r>
            <a:r>
              <a:rPr lang="en-CA" altLang="ko-KR" dirty="0"/>
              <a:t>, 9</a:t>
            </a:r>
            <a:r>
              <a:rPr lang="ko-KR" altLang="en-US" dirty="0"/>
              <a:t>개는 </a:t>
            </a:r>
            <a:r>
              <a:rPr lang="en-CA" altLang="ko-KR" dirty="0"/>
              <a:t>1.0g </a:t>
            </a:r>
            <a:r>
              <a:rPr lang="ko-KR" altLang="en-US" dirty="0"/>
              <a:t>알약</a:t>
            </a:r>
            <a:r>
              <a:rPr lang="en-CA" altLang="ko-KR" dirty="0"/>
              <a:t>, 1</a:t>
            </a:r>
            <a:r>
              <a:rPr lang="ko-KR" altLang="en-US" dirty="0"/>
              <a:t>개는 </a:t>
            </a:r>
            <a:r>
              <a:rPr lang="en-CA" altLang="ko-KR" dirty="0"/>
              <a:t>1.1g </a:t>
            </a:r>
            <a:r>
              <a:rPr lang="ko-KR" altLang="en-US" dirty="0"/>
              <a:t>알약</a:t>
            </a:r>
            <a:br>
              <a:rPr lang="en-CA" altLang="ko-KR" dirty="0"/>
            </a:br>
            <a:r>
              <a:rPr lang="ko-KR" altLang="en-US" dirty="0"/>
              <a:t>저울 </a:t>
            </a:r>
            <a:r>
              <a:rPr lang="en-CA" altLang="ko-KR" dirty="0"/>
              <a:t>1</a:t>
            </a:r>
            <a:r>
              <a:rPr lang="ko-KR" altLang="en-US" dirty="0"/>
              <a:t>개로 </a:t>
            </a:r>
            <a:r>
              <a:rPr lang="en-CA" altLang="ko-KR" dirty="0"/>
              <a:t>1.1g </a:t>
            </a:r>
            <a:r>
              <a:rPr lang="ko-KR" altLang="en-US" dirty="0"/>
              <a:t>알약 찾기 </a:t>
            </a:r>
            <a:endParaRPr lang="en-CA" altLang="ko-KR" dirty="0"/>
          </a:p>
          <a:p>
            <a:pPr lvl="1"/>
            <a:r>
              <a:rPr lang="en-CA" altLang="ko-KR" dirty="0"/>
              <a:t>1</a:t>
            </a:r>
            <a:r>
              <a:rPr lang="en-CA" altLang="ko-KR" baseline="30000" dirty="0"/>
              <a:t>st</a:t>
            </a:r>
            <a:r>
              <a:rPr lang="en-CA" altLang="ko-KR" dirty="0"/>
              <a:t> bottle: 1ea </a:t>
            </a:r>
            <a:r>
              <a:rPr lang="en-CA" altLang="ko-KR" dirty="0">
                <a:sym typeface="Wingdings" panose="05000000000000000000" pitchFamily="2" charset="2"/>
              </a:rPr>
              <a:t> 0.1g, therefore, 10.</a:t>
            </a:r>
            <a:r>
              <a:rPr lang="en-CA" altLang="ko-KR" dirty="0">
                <a:solidFill>
                  <a:srgbClr val="FF0000"/>
                </a:solidFill>
                <a:sym typeface="Wingdings" panose="05000000000000000000" pitchFamily="2" charset="2"/>
              </a:rPr>
              <a:t>1</a:t>
            </a:r>
            <a:r>
              <a:rPr lang="en-CA" altLang="ko-KR" dirty="0">
                <a:sym typeface="Wingdings" panose="05000000000000000000" pitchFamily="2" charset="2"/>
              </a:rPr>
              <a:t>g</a:t>
            </a:r>
            <a:endParaRPr lang="en-CA" altLang="ko-KR" dirty="0"/>
          </a:p>
          <a:p>
            <a:pPr lvl="1"/>
            <a:r>
              <a:rPr lang="en-CA" altLang="ko-KR" dirty="0"/>
              <a:t>2</a:t>
            </a:r>
            <a:r>
              <a:rPr lang="en-CA" altLang="ko-KR" baseline="30000" dirty="0"/>
              <a:t>nd</a:t>
            </a:r>
            <a:r>
              <a:rPr lang="en-CA" altLang="ko-KR" dirty="0"/>
              <a:t> bottle: 2ea </a:t>
            </a:r>
            <a:r>
              <a:rPr lang="en-CA" altLang="ko-KR" dirty="0">
                <a:sym typeface="Wingdings" panose="05000000000000000000" pitchFamily="2" charset="2"/>
              </a:rPr>
              <a:t> 0.2g, therefore, 10.</a:t>
            </a:r>
            <a:r>
              <a:rPr lang="en-CA" altLang="ko-KR" dirty="0">
                <a:solidFill>
                  <a:srgbClr val="FF0000"/>
                </a:solidFill>
                <a:sym typeface="Wingdings" panose="05000000000000000000" pitchFamily="2" charset="2"/>
              </a:rPr>
              <a:t>2</a:t>
            </a:r>
            <a:r>
              <a:rPr lang="en-CA" altLang="ko-KR" dirty="0">
                <a:sym typeface="Wingdings" panose="05000000000000000000" pitchFamily="2" charset="2"/>
              </a:rPr>
              <a:t>g</a:t>
            </a:r>
            <a:endParaRPr lang="en-CA" altLang="ko-KR" dirty="0"/>
          </a:p>
          <a:p>
            <a:pPr lvl="1"/>
            <a:r>
              <a:rPr lang="en-CA" altLang="ko-KR" dirty="0"/>
              <a:t>…</a:t>
            </a:r>
          </a:p>
          <a:p>
            <a:pPr lvl="1"/>
            <a:r>
              <a:rPr lang="en-CA" altLang="ko-KR" dirty="0"/>
              <a:t>10</a:t>
            </a:r>
            <a:r>
              <a:rPr lang="en-CA" altLang="ko-KR" baseline="30000" dirty="0"/>
              <a:t>th</a:t>
            </a:r>
            <a:r>
              <a:rPr lang="en-CA" altLang="ko-KR" dirty="0"/>
              <a:t> bottle: 10ea </a:t>
            </a:r>
            <a:r>
              <a:rPr lang="en-CA" altLang="ko-KR" dirty="0">
                <a:sym typeface="Wingdings" panose="05000000000000000000" pitchFamily="2" charset="2"/>
              </a:rPr>
              <a:t> 1g, therefore, 1</a:t>
            </a:r>
            <a:r>
              <a:rPr lang="en-CA" altLang="ko-KR" dirty="0">
                <a:solidFill>
                  <a:srgbClr val="FF0000"/>
                </a:solidFill>
                <a:sym typeface="Wingdings" panose="05000000000000000000" pitchFamily="2" charset="2"/>
              </a:rPr>
              <a:t>1</a:t>
            </a:r>
            <a:r>
              <a:rPr lang="en-CA" altLang="ko-KR" dirty="0">
                <a:sym typeface="Wingdings" panose="05000000000000000000" pitchFamily="2" charset="2"/>
              </a:rPr>
              <a:t>.0g</a:t>
            </a:r>
            <a:endParaRPr lang="en-CA" altLang="ko-KR" dirty="0"/>
          </a:p>
        </p:txBody>
      </p:sp>
    </p:spTree>
    <p:extLst>
      <p:ext uri="{BB962C8B-B14F-4D97-AF65-F5344CB8AC3E}">
        <p14:creationId xmlns:p14="http://schemas.microsoft.com/office/powerpoint/2010/main" val="18012991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튜터 </a:t>
            </a:r>
            <a:r>
              <a:rPr lang="ko-KR" altLang="en-US" dirty="0"/>
              <a:t>소개</a:t>
            </a:r>
            <a:endParaRPr lang="en-US" dirty="0"/>
          </a:p>
        </p:txBody>
      </p:sp>
      <p:sp>
        <p:nvSpPr>
          <p:cNvPr id="14" name="Content Placeholder 13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 dirty="0"/>
              <a:t>기업용 </a:t>
            </a:r>
            <a:r>
              <a:rPr lang="en-CA" altLang="ko-KR" dirty="0"/>
              <a:t>Telecommunication</a:t>
            </a:r>
            <a:r>
              <a:rPr lang="ko-KR" altLang="en-US" dirty="0"/>
              <a:t> 장비 회사 </a:t>
            </a:r>
            <a:r>
              <a:rPr lang="en-CA" altLang="ko-KR" dirty="0"/>
              <a:t>(</a:t>
            </a:r>
            <a:r>
              <a:rPr lang="ko-KR" altLang="en-US" dirty="0"/>
              <a:t>미국</a:t>
            </a:r>
            <a:r>
              <a:rPr lang="en-CA" altLang="ko-KR" dirty="0"/>
              <a:t>)</a:t>
            </a:r>
            <a:r>
              <a:rPr lang="ko-KR" altLang="en-US" dirty="0"/>
              <a:t> 근무</a:t>
            </a:r>
            <a:endParaRPr lang="en-CA" altLang="ko-KR" dirty="0"/>
          </a:p>
          <a:p>
            <a:pPr lvl="1"/>
            <a:r>
              <a:rPr lang="ko-KR" altLang="en-US" dirty="0"/>
              <a:t>업무 외</a:t>
            </a:r>
            <a:r>
              <a:rPr lang="en-CA" altLang="ko-KR" dirty="0"/>
              <a:t>: Tutor </a:t>
            </a:r>
            <a:r>
              <a:rPr lang="ko-KR" altLang="en-US" dirty="0"/>
              <a:t>및 </a:t>
            </a:r>
            <a:r>
              <a:rPr lang="en-CA" altLang="ko-KR" dirty="0"/>
              <a:t>Mentor</a:t>
            </a:r>
          </a:p>
          <a:p>
            <a:r>
              <a:rPr lang="en-CA" altLang="ko-KR" dirty="0"/>
              <a:t>Douglas College (GPA 4.1/4.3)</a:t>
            </a:r>
          </a:p>
          <a:p>
            <a:pPr lvl="1"/>
            <a:r>
              <a:rPr lang="en-CA" altLang="ko-KR" dirty="0"/>
              <a:t>Computer Science </a:t>
            </a:r>
            <a:r>
              <a:rPr lang="ko-KR" altLang="en-US" dirty="0"/>
              <a:t>연구조교</a:t>
            </a:r>
            <a:r>
              <a:rPr lang="en-CA" altLang="ko-KR" dirty="0"/>
              <a:t>, TA, Tutor </a:t>
            </a:r>
            <a:r>
              <a:rPr lang="ko-KR" altLang="en-US" dirty="0"/>
              <a:t>등</a:t>
            </a:r>
            <a:endParaRPr lang="en-CA" altLang="ko-KR" dirty="0"/>
          </a:p>
          <a:p>
            <a:r>
              <a:rPr lang="ko-KR" altLang="en-US" dirty="0"/>
              <a:t>삼성전자 </a:t>
            </a:r>
            <a:r>
              <a:rPr lang="en-CA" altLang="ko-KR" dirty="0"/>
              <a:t>VD </a:t>
            </a:r>
            <a:r>
              <a:rPr lang="ko-KR" altLang="en-US" dirty="0"/>
              <a:t>사업부 </a:t>
            </a:r>
            <a:r>
              <a:rPr lang="en-CA" altLang="ko-KR" dirty="0"/>
              <a:t>(TV, Display) </a:t>
            </a:r>
            <a:r>
              <a:rPr lang="ko-KR" altLang="en-US" dirty="0"/>
              <a:t>책임 연구원 </a:t>
            </a:r>
            <a:r>
              <a:rPr lang="en-CA" altLang="ko-KR" dirty="0"/>
              <a:t>(</a:t>
            </a:r>
            <a:r>
              <a:rPr lang="ko-KR" altLang="en-US" dirty="0"/>
              <a:t>한국</a:t>
            </a:r>
            <a:r>
              <a:rPr lang="en-CA" altLang="ko-KR" dirty="0"/>
              <a:t>)</a:t>
            </a:r>
          </a:p>
          <a:p>
            <a:pPr lvl="1"/>
            <a:r>
              <a:rPr lang="en-CA" altLang="ko-KR" dirty="0"/>
              <a:t>B2B Web server, IoT, Android solution </a:t>
            </a:r>
            <a:r>
              <a:rPr lang="ko-KR" altLang="en-US" dirty="0"/>
              <a:t>등 개발</a:t>
            </a:r>
            <a:endParaRPr lang="en-CA" altLang="ko-KR" dirty="0"/>
          </a:p>
          <a:p>
            <a:pPr lvl="1"/>
            <a:r>
              <a:rPr lang="ko-KR" altLang="en-US" dirty="0"/>
              <a:t>업무 외</a:t>
            </a:r>
            <a:r>
              <a:rPr lang="en-CA" altLang="ko-KR" dirty="0"/>
              <a:t>: </a:t>
            </a:r>
            <a:r>
              <a:rPr lang="ko-KR" altLang="en-US" dirty="0"/>
              <a:t>과학 및 컴퓨터 교실 활동</a:t>
            </a:r>
            <a:endParaRPr lang="en-CA" altLang="ko-KR" dirty="0"/>
          </a:p>
          <a:p>
            <a:r>
              <a:rPr lang="ko-KR" altLang="en-US" dirty="0"/>
              <a:t>서울대 컴퓨터공학과 석사 </a:t>
            </a:r>
            <a:r>
              <a:rPr lang="en-CA" altLang="ko-KR" dirty="0"/>
              <a:t>(GPA 4.0/4.3) </a:t>
            </a:r>
          </a:p>
          <a:p>
            <a:r>
              <a:rPr lang="ko-KR" altLang="en-US" dirty="0"/>
              <a:t>아주대 컴퓨터공학</a:t>
            </a:r>
            <a:r>
              <a:rPr lang="en-CA" altLang="ko-KR" dirty="0"/>
              <a:t>, </a:t>
            </a:r>
            <a:r>
              <a:rPr lang="ko-KR" altLang="en-US" dirty="0"/>
              <a:t>미디어 복수 학사 </a:t>
            </a:r>
            <a:r>
              <a:rPr lang="en-CA" altLang="ko-KR" dirty="0"/>
              <a:t>(GPA 4.1/4.5) </a:t>
            </a:r>
          </a:p>
        </p:txBody>
      </p:sp>
    </p:spTree>
    <p:extLst>
      <p:ext uri="{BB962C8B-B14F-4D97-AF65-F5344CB8AC3E}">
        <p14:creationId xmlns:p14="http://schemas.microsoft.com/office/powerpoint/2010/main" val="41872947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프로그래밍 종류</a:t>
            </a:r>
            <a:endParaRPr lang="en-US" dirty="0"/>
          </a:p>
        </p:txBody>
      </p:sp>
      <p:sp>
        <p:nvSpPr>
          <p:cNvPr id="14" name="Content Placeholder 1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입문용 프로그래밍</a:t>
            </a:r>
            <a:endParaRPr lang="en-US" dirty="0"/>
          </a:p>
          <a:p>
            <a:r>
              <a:rPr lang="en-US" dirty="0"/>
              <a:t>Java, Python, Algorithm (</a:t>
            </a:r>
            <a:r>
              <a:rPr lang="ko-KR" altLang="en-US" dirty="0"/>
              <a:t>기본 프로그래밍</a:t>
            </a:r>
            <a:r>
              <a:rPr lang="en-CA" altLang="ko-KR" dirty="0"/>
              <a:t>)</a:t>
            </a:r>
            <a:endParaRPr lang="en-US" dirty="0"/>
          </a:p>
          <a:p>
            <a:r>
              <a:rPr lang="en-CA" dirty="0"/>
              <a:t>Web</a:t>
            </a:r>
            <a:r>
              <a:rPr lang="ko-KR" altLang="en-US" dirty="0"/>
              <a:t> </a:t>
            </a:r>
            <a:r>
              <a:rPr lang="en-CA" altLang="ko-KR" dirty="0"/>
              <a:t>Programming (</a:t>
            </a:r>
            <a:r>
              <a:rPr lang="ko-KR" altLang="en-US" dirty="0"/>
              <a:t>웹 프로젝트</a:t>
            </a:r>
            <a:r>
              <a:rPr lang="en-CA" altLang="ko-KR" dirty="0"/>
              <a:t>)</a:t>
            </a:r>
            <a:endParaRPr lang="en-US" dirty="0"/>
          </a:p>
          <a:p>
            <a:r>
              <a:rPr lang="en-US" dirty="0"/>
              <a:t>IoT (Internet Of Things) (</a:t>
            </a:r>
            <a:r>
              <a:rPr lang="ko-KR" altLang="en-US" dirty="0"/>
              <a:t>사물 인터넷</a:t>
            </a:r>
            <a:r>
              <a:rPr lang="en-CA" altLang="ko-KR" dirty="0"/>
              <a:t>)</a:t>
            </a:r>
            <a:endParaRPr lang="en-US" dirty="0"/>
          </a:p>
          <a:p>
            <a:r>
              <a:rPr lang="en-US" dirty="0"/>
              <a:t>Window Application (</a:t>
            </a:r>
            <a:r>
              <a:rPr lang="ko-KR" altLang="en-US" dirty="0"/>
              <a:t>윈도우 프로그램</a:t>
            </a:r>
            <a:r>
              <a:rPr lang="en-CA" altLang="ko-KR" dirty="0"/>
              <a:t>)</a:t>
            </a:r>
            <a:endParaRPr lang="en-US" dirty="0"/>
          </a:p>
          <a:p>
            <a:r>
              <a:rPr lang="en-US" dirty="0"/>
              <a:t>Mobile Application (</a:t>
            </a:r>
            <a:r>
              <a:rPr lang="ko-KR" altLang="en-US" dirty="0"/>
              <a:t>모바일 프로그램</a:t>
            </a:r>
            <a:r>
              <a:rPr lang="en-CA" altLang="ko-KR" dirty="0"/>
              <a:t>)</a:t>
            </a:r>
            <a:endParaRPr lang="en-US" dirty="0"/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Cloud, Big Data (</a:t>
            </a:r>
            <a:r>
              <a:rPr lang="ko-KR" alt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클라우드</a:t>
            </a:r>
            <a:r>
              <a:rPr lang="en-CA" altLang="ko-KR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, </a:t>
            </a:r>
            <a:r>
              <a:rPr lang="ko-KR" alt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빅데이터</a:t>
            </a:r>
            <a:r>
              <a:rPr lang="en-CA" altLang="ko-KR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)</a:t>
            </a:r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04263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>
          <a:xfrm>
            <a:off x="1593436" y="177800"/>
            <a:ext cx="9782801" cy="1239837"/>
          </a:xfrm>
        </p:spPr>
        <p:txBody>
          <a:bodyPr anchor="b">
            <a:normAutofit/>
          </a:bodyPr>
          <a:lstStyle/>
          <a:p>
            <a:r>
              <a:rPr lang="ko-KR" altLang="en-US" dirty="0"/>
              <a:t>입문용 프로그래밍</a:t>
            </a:r>
            <a:endParaRPr lang="en-US" dirty="0"/>
          </a:p>
        </p:txBody>
      </p:sp>
      <p:sp>
        <p:nvSpPr>
          <p:cNvPr id="14" name="Content Placeholder 13"/>
          <p:cNvSpPr>
            <a:spLocks noGrp="1"/>
          </p:cNvSpPr>
          <p:nvPr>
            <p:ph sz="half" idx="1"/>
          </p:nvPr>
        </p:nvSpPr>
        <p:spPr>
          <a:xfrm>
            <a:off x="1593436" y="1600200"/>
            <a:ext cx="3280134" cy="4572000"/>
          </a:xfrm>
        </p:spPr>
        <p:txBody>
          <a:bodyPr>
            <a:normAutofit/>
          </a:bodyPr>
          <a:lstStyle/>
          <a:p>
            <a:r>
              <a:rPr lang="en-CA" dirty="0"/>
              <a:t>Scratch</a:t>
            </a:r>
          </a:p>
          <a:p>
            <a:r>
              <a:rPr lang="en-CA" dirty="0"/>
              <a:t>HTML </a:t>
            </a:r>
            <a:r>
              <a:rPr lang="ko-KR" altLang="en-US" dirty="0"/>
              <a:t>기초</a:t>
            </a:r>
            <a:endParaRPr lang="en-CA" dirty="0"/>
          </a:p>
          <a:p>
            <a:pPr marL="0" indent="0">
              <a:buNone/>
            </a:pPr>
            <a:r>
              <a:rPr lang="en-CA" dirty="0"/>
              <a:t> (JS, CSS </a:t>
            </a:r>
            <a:r>
              <a:rPr lang="ko-KR" altLang="en-US" dirty="0"/>
              <a:t>일부</a:t>
            </a:r>
            <a:r>
              <a:rPr lang="en-CA" altLang="ko-KR" dirty="0"/>
              <a:t>)</a:t>
            </a:r>
            <a:endParaRPr lang="en-CA" dirty="0"/>
          </a:p>
          <a:p>
            <a:r>
              <a:rPr lang="ko-KR" altLang="en-US" dirty="0"/>
              <a:t>온라인 강좌 활용</a:t>
            </a:r>
            <a:endParaRPr lang="en-CA" altLang="ko-KR" dirty="0"/>
          </a:p>
          <a:p>
            <a:r>
              <a:rPr lang="en-CA" dirty="0"/>
              <a:t>Image</a:t>
            </a:r>
            <a:r>
              <a:rPr lang="en-CA" altLang="ko-KR" dirty="0"/>
              <a:t>, Script </a:t>
            </a:r>
            <a:r>
              <a:rPr lang="ko-KR" altLang="en-US" dirty="0"/>
              <a:t>등을 통한 프로그래밍 기본 이해</a:t>
            </a:r>
            <a:endParaRPr lang="en-US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FC3DD42-F5EB-4F40-A503-016546DACC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73570" y="1700808"/>
            <a:ext cx="3706521" cy="290550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EA6659C-ECD8-4383-991A-BCE6248EA8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29466" y="1733057"/>
            <a:ext cx="2277514" cy="2905505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CA9402BF-F57F-4494-B1A0-441C1D87508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73570" y="4984716"/>
            <a:ext cx="6333410" cy="1498172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32806827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>
          <a:xfrm>
            <a:off x="1593436" y="177800"/>
            <a:ext cx="9782801" cy="1239837"/>
          </a:xfrm>
        </p:spPr>
        <p:txBody>
          <a:bodyPr anchor="b">
            <a:normAutofit/>
          </a:bodyPr>
          <a:lstStyle/>
          <a:p>
            <a:r>
              <a:rPr lang="en-US" dirty="0"/>
              <a:t>Java, Python (</a:t>
            </a:r>
            <a:r>
              <a:rPr lang="ko-KR" altLang="en-US" dirty="0"/>
              <a:t>기본 프로그래밍</a:t>
            </a:r>
            <a:r>
              <a:rPr lang="en-CA" altLang="ko-KR" dirty="0"/>
              <a:t>)</a:t>
            </a:r>
            <a:endParaRPr lang="en-US" dirty="0"/>
          </a:p>
        </p:txBody>
      </p:sp>
      <p:sp>
        <p:nvSpPr>
          <p:cNvPr id="14" name="Content Placeholder 13"/>
          <p:cNvSpPr>
            <a:spLocks noGrp="1"/>
          </p:cNvSpPr>
          <p:nvPr>
            <p:ph sz="half" idx="1"/>
          </p:nvPr>
        </p:nvSpPr>
        <p:spPr>
          <a:xfrm>
            <a:off x="1593436" y="1600200"/>
            <a:ext cx="5077040" cy="4572000"/>
          </a:xfrm>
        </p:spPr>
        <p:txBody>
          <a:bodyPr>
            <a:normAutofit/>
          </a:bodyPr>
          <a:lstStyle/>
          <a:p>
            <a:r>
              <a:rPr lang="en-US" dirty="0"/>
              <a:t>Java (</a:t>
            </a:r>
            <a:r>
              <a:rPr lang="ko-KR" altLang="en-US" dirty="0"/>
              <a:t>자바</a:t>
            </a:r>
            <a:r>
              <a:rPr lang="en-CA" altLang="ko-KR" dirty="0"/>
              <a:t>)</a:t>
            </a:r>
            <a:endParaRPr lang="en-US" dirty="0"/>
          </a:p>
          <a:p>
            <a:r>
              <a:rPr lang="en-US" dirty="0"/>
              <a:t>Python (</a:t>
            </a:r>
            <a:r>
              <a:rPr lang="ko-KR" altLang="en-US" dirty="0"/>
              <a:t>파이썬</a:t>
            </a:r>
            <a:r>
              <a:rPr lang="en-CA" altLang="ko-KR" dirty="0"/>
              <a:t>)</a:t>
            </a:r>
          </a:p>
          <a:p>
            <a:r>
              <a:rPr lang="ko-KR" altLang="en-US" dirty="0"/>
              <a:t>주사위</a:t>
            </a:r>
            <a:r>
              <a:rPr lang="en-CA" altLang="ko-KR" dirty="0"/>
              <a:t>, </a:t>
            </a:r>
            <a:r>
              <a:rPr lang="ko-KR" altLang="en-US" dirty="0"/>
              <a:t>지뢰찾기</a:t>
            </a:r>
            <a:r>
              <a:rPr lang="en-CA" altLang="ko-KR" dirty="0"/>
              <a:t>, Tic Tac Toe </a:t>
            </a:r>
            <a:r>
              <a:rPr lang="ko-KR" altLang="en-US" dirty="0"/>
              <a:t>게임</a:t>
            </a:r>
            <a:r>
              <a:rPr lang="en-CA" altLang="ko-KR" dirty="0"/>
              <a:t>, Sudoku,</a:t>
            </a:r>
            <a:r>
              <a:rPr lang="ko-KR" altLang="en-US" dirty="0"/>
              <a:t>계산기</a:t>
            </a:r>
            <a:r>
              <a:rPr lang="en-CA" altLang="ko-KR" dirty="0"/>
              <a:t> </a:t>
            </a:r>
            <a:r>
              <a:rPr lang="ko-KR" altLang="en-US" dirty="0"/>
              <a:t>등</a:t>
            </a:r>
            <a:endParaRPr lang="en-CA" dirty="0"/>
          </a:p>
          <a:p>
            <a:r>
              <a:rPr lang="ko-KR" altLang="en-US" dirty="0"/>
              <a:t>난이도</a:t>
            </a:r>
            <a:r>
              <a:rPr lang="en-CA" altLang="ko-KR" dirty="0"/>
              <a:t>: </a:t>
            </a:r>
            <a:r>
              <a:rPr lang="ko-KR" altLang="en-US" dirty="0"/>
              <a:t>초급</a:t>
            </a:r>
            <a:r>
              <a:rPr lang="en-CA" altLang="ko-KR" dirty="0"/>
              <a:t>, </a:t>
            </a:r>
            <a:r>
              <a:rPr lang="ko-KR" altLang="en-US" dirty="0"/>
              <a:t>중급</a:t>
            </a:r>
            <a:endParaRPr lang="en-CA" altLang="ko-KR" dirty="0"/>
          </a:p>
          <a:p>
            <a:pPr lvl="1"/>
            <a:r>
              <a:rPr lang="en-CA" altLang="ko-KR" dirty="0"/>
              <a:t>Secondary, </a:t>
            </a:r>
            <a:r>
              <a:rPr lang="en-CA" dirty="0"/>
              <a:t>University, </a:t>
            </a:r>
            <a:r>
              <a:rPr lang="ko-KR" altLang="en-US" dirty="0"/>
              <a:t>회사</a:t>
            </a:r>
            <a:endParaRPr lang="en-CA" dirty="0"/>
          </a:p>
          <a:p>
            <a:pPr lvl="1"/>
            <a:r>
              <a:rPr lang="ko-KR" altLang="en-US" dirty="0"/>
              <a:t>기본이면서 많이 사용</a:t>
            </a:r>
            <a:endParaRPr lang="en-CA" altLang="ko-KR" dirty="0"/>
          </a:p>
          <a:p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A5CD830-DB83-467E-86DF-3FDCEC3067A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2610"/>
          <a:stretch/>
        </p:blipFill>
        <p:spPr>
          <a:xfrm>
            <a:off x="6876549" y="1587412"/>
            <a:ext cx="4499687" cy="4888412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7" name="Picture 4" descr="2. 파이썬 기초 2.1 첫걸음 – 웹개발공작소">
            <a:extLst>
              <a:ext uri="{FF2B5EF4-FFF2-40B4-BE49-F238E27FC236}">
                <a16:creationId xmlns:a16="http://schemas.microsoft.com/office/drawing/2014/main" id="{222716DA-C74B-4228-A91B-1835FF517C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42084" y="5109662"/>
            <a:ext cx="2952328" cy="12237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345710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>
          <a:xfrm>
            <a:off x="1593436" y="177800"/>
            <a:ext cx="9782801" cy="1239837"/>
          </a:xfrm>
        </p:spPr>
        <p:txBody>
          <a:bodyPr anchor="b">
            <a:normAutofit/>
          </a:bodyPr>
          <a:lstStyle/>
          <a:p>
            <a:r>
              <a:rPr lang="en-US" altLang="ko-KR" dirty="0"/>
              <a:t>Web Programming (</a:t>
            </a:r>
            <a:r>
              <a:rPr lang="ko-KR" altLang="en-US" dirty="0"/>
              <a:t>웹 프로젝트</a:t>
            </a:r>
            <a:r>
              <a:rPr lang="en-US" altLang="ko-KR" dirty="0"/>
              <a:t>)</a:t>
            </a:r>
          </a:p>
        </p:txBody>
      </p:sp>
      <p:sp>
        <p:nvSpPr>
          <p:cNvPr id="14" name="Content Placeholder 13"/>
          <p:cNvSpPr>
            <a:spLocks noGrp="1"/>
          </p:cNvSpPr>
          <p:nvPr>
            <p:ph sz="half" idx="1"/>
          </p:nvPr>
        </p:nvSpPr>
        <p:spPr>
          <a:xfrm>
            <a:off x="1593436" y="1600200"/>
            <a:ext cx="4814586" cy="4572000"/>
          </a:xfrm>
        </p:spPr>
        <p:txBody>
          <a:bodyPr>
            <a:normAutofit/>
          </a:bodyPr>
          <a:lstStyle/>
          <a:p>
            <a:r>
              <a:rPr lang="en-US" dirty="0"/>
              <a:t>HTML</a:t>
            </a:r>
          </a:p>
          <a:p>
            <a:r>
              <a:rPr lang="en-US" dirty="0"/>
              <a:t>CSS</a:t>
            </a:r>
          </a:p>
          <a:p>
            <a:r>
              <a:rPr lang="en-US" dirty="0"/>
              <a:t>JavaScript, jQuery</a:t>
            </a:r>
          </a:p>
          <a:p>
            <a:r>
              <a:rPr lang="en-US" dirty="0"/>
              <a:t>Node.js</a:t>
            </a:r>
          </a:p>
          <a:p>
            <a:r>
              <a:rPr lang="en-US" dirty="0"/>
              <a:t>Database</a:t>
            </a:r>
          </a:p>
          <a:p>
            <a:r>
              <a:rPr lang="ko-KR" altLang="en-US" dirty="0"/>
              <a:t>홈페이지 만들기</a:t>
            </a:r>
            <a:endParaRPr lang="en-US" dirty="0"/>
          </a:p>
          <a:p>
            <a:r>
              <a:rPr lang="ko-KR" altLang="en-US" dirty="0"/>
              <a:t>난이도</a:t>
            </a:r>
            <a:r>
              <a:rPr lang="en-CA" altLang="ko-KR" dirty="0"/>
              <a:t>: </a:t>
            </a:r>
            <a:r>
              <a:rPr lang="ko-KR" altLang="en-US" dirty="0"/>
              <a:t>초급</a:t>
            </a:r>
            <a:r>
              <a:rPr lang="en-CA" altLang="ko-KR" dirty="0"/>
              <a:t>, </a:t>
            </a:r>
            <a:r>
              <a:rPr lang="ko-KR" altLang="en-US" dirty="0"/>
              <a:t>중급</a:t>
            </a:r>
            <a:endParaRPr lang="en-CA" altLang="ko-KR" dirty="0"/>
          </a:p>
          <a:p>
            <a:pPr lvl="1"/>
            <a:r>
              <a:rPr lang="ko-KR" altLang="en-US" dirty="0"/>
              <a:t>현업에서 많이 사용</a:t>
            </a:r>
            <a:endParaRPr lang="en-US" dirty="0"/>
          </a:p>
          <a:p>
            <a:endParaRPr lang="en-US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5B8D34C-8A1A-4C63-936A-48288CC8D1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4332" y="1600200"/>
            <a:ext cx="4104456" cy="434334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39B0AB31-9D47-4BD5-A20E-062B7C7517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50596" y="3912691"/>
            <a:ext cx="4006960" cy="2772693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12623472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>
          <a:xfrm>
            <a:off x="1593436" y="177800"/>
            <a:ext cx="9782801" cy="1239837"/>
          </a:xfrm>
        </p:spPr>
        <p:txBody>
          <a:bodyPr anchor="b">
            <a:normAutofit/>
          </a:bodyPr>
          <a:lstStyle/>
          <a:p>
            <a:r>
              <a:rPr lang="en-US" dirty="0"/>
              <a:t>IoT (Internet Of Things) (</a:t>
            </a:r>
            <a:r>
              <a:rPr lang="ko-KR" altLang="en-US" dirty="0"/>
              <a:t>사물 인터넷</a:t>
            </a:r>
            <a:r>
              <a:rPr lang="en-CA" altLang="ko-KR" dirty="0"/>
              <a:t>)</a:t>
            </a:r>
            <a:endParaRPr lang="en-US" dirty="0"/>
          </a:p>
        </p:txBody>
      </p:sp>
      <p:sp>
        <p:nvSpPr>
          <p:cNvPr id="14" name="Content Placeholder 13"/>
          <p:cNvSpPr>
            <a:spLocks noGrp="1"/>
          </p:cNvSpPr>
          <p:nvPr>
            <p:ph sz="half" idx="1"/>
          </p:nvPr>
        </p:nvSpPr>
        <p:spPr>
          <a:xfrm>
            <a:off x="1593436" y="1600200"/>
            <a:ext cx="4814586" cy="4572000"/>
          </a:xfrm>
        </p:spPr>
        <p:txBody>
          <a:bodyPr>
            <a:normAutofit/>
          </a:bodyPr>
          <a:lstStyle/>
          <a:p>
            <a:r>
              <a:rPr lang="en-US" dirty="0"/>
              <a:t>Raspberry-pi </a:t>
            </a:r>
          </a:p>
          <a:p>
            <a:pPr marL="0" indent="0">
              <a:buNone/>
            </a:pPr>
            <a:r>
              <a:rPr lang="en-US" dirty="0"/>
              <a:t> (</a:t>
            </a:r>
            <a:r>
              <a:rPr lang="ko-KR" altLang="en-US" dirty="0"/>
              <a:t>라즈베리 파이</a:t>
            </a:r>
            <a:r>
              <a:rPr lang="en-CA" altLang="ko-KR" dirty="0"/>
              <a:t>)</a:t>
            </a:r>
            <a:endParaRPr lang="en-US" dirty="0"/>
          </a:p>
          <a:p>
            <a:r>
              <a:rPr lang="en-US" dirty="0"/>
              <a:t>Arduino (</a:t>
            </a:r>
            <a:r>
              <a:rPr lang="ko-KR" altLang="en-US" dirty="0"/>
              <a:t>아두이노</a:t>
            </a:r>
            <a:r>
              <a:rPr lang="en-CA" altLang="ko-KR" dirty="0"/>
              <a:t>)</a:t>
            </a:r>
          </a:p>
          <a:p>
            <a:r>
              <a:rPr lang="en-US" dirty="0"/>
              <a:t>Python (</a:t>
            </a:r>
            <a:r>
              <a:rPr lang="ko-KR" altLang="en-US" dirty="0"/>
              <a:t>파이썬</a:t>
            </a:r>
            <a:r>
              <a:rPr lang="en-CA" altLang="ko-KR" dirty="0"/>
              <a:t>)</a:t>
            </a:r>
            <a:endParaRPr lang="en-US" dirty="0"/>
          </a:p>
          <a:p>
            <a:r>
              <a:rPr lang="en-CA" altLang="ko-KR" dirty="0"/>
              <a:t>LED,</a:t>
            </a:r>
            <a:r>
              <a:rPr lang="ko-KR" altLang="en-US" dirty="0"/>
              <a:t> </a:t>
            </a:r>
            <a:r>
              <a:rPr lang="en-CA" altLang="ko-KR" dirty="0"/>
              <a:t>LCD,</a:t>
            </a:r>
            <a:r>
              <a:rPr lang="ko-KR" altLang="en-US" dirty="0"/>
              <a:t> </a:t>
            </a:r>
            <a:r>
              <a:rPr lang="en-CA" altLang="ko-KR" dirty="0"/>
              <a:t>buzzer </a:t>
            </a:r>
            <a:r>
              <a:rPr lang="ko-KR" altLang="en-US" dirty="0"/>
              <a:t>등 이용</a:t>
            </a:r>
            <a:endParaRPr lang="en-CA" altLang="ko-KR" dirty="0"/>
          </a:p>
          <a:p>
            <a:r>
              <a:rPr lang="ko-KR" altLang="en-US" dirty="0"/>
              <a:t>난이도</a:t>
            </a:r>
            <a:r>
              <a:rPr lang="en-CA" altLang="ko-KR" dirty="0"/>
              <a:t>: </a:t>
            </a:r>
            <a:r>
              <a:rPr lang="ko-KR" altLang="en-US" dirty="0"/>
              <a:t>초급</a:t>
            </a:r>
            <a:r>
              <a:rPr lang="en-CA" altLang="ko-KR" dirty="0"/>
              <a:t>, </a:t>
            </a:r>
            <a:r>
              <a:rPr lang="ko-KR" altLang="en-US" dirty="0"/>
              <a:t>중급</a:t>
            </a:r>
            <a:endParaRPr lang="en-CA" altLang="ko-KR" dirty="0"/>
          </a:p>
          <a:p>
            <a:pPr lvl="1"/>
            <a:r>
              <a:rPr lang="ko-KR" altLang="en-US" dirty="0"/>
              <a:t>장비구입 필요</a:t>
            </a:r>
            <a:endParaRPr lang="en-CA" altLang="ko-KR" dirty="0"/>
          </a:p>
          <a:p>
            <a:pPr lvl="1"/>
            <a:r>
              <a:rPr lang="ko-KR" altLang="en-US" dirty="0"/>
              <a:t>대면수업 필수</a:t>
            </a:r>
            <a:endParaRPr lang="en-US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BF7B44C-3EA2-4428-AFC0-E259EC63AA8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21546" b="-2"/>
          <a:stretch/>
        </p:blipFill>
        <p:spPr>
          <a:xfrm>
            <a:off x="6561651" y="1600200"/>
            <a:ext cx="4814586" cy="457200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2179900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>
          <a:xfrm>
            <a:off x="1593436" y="177800"/>
            <a:ext cx="9782801" cy="1239837"/>
          </a:xfrm>
        </p:spPr>
        <p:txBody>
          <a:bodyPr anchor="b">
            <a:normAutofit/>
          </a:bodyPr>
          <a:lstStyle/>
          <a:p>
            <a:r>
              <a:rPr lang="en-US" dirty="0"/>
              <a:t>Window Application (</a:t>
            </a:r>
            <a:r>
              <a:rPr lang="ko-KR" altLang="en-US" dirty="0"/>
              <a:t>윈도우 프로그램</a:t>
            </a:r>
            <a:r>
              <a:rPr lang="en-CA" altLang="ko-KR" dirty="0"/>
              <a:t>)</a:t>
            </a:r>
            <a:endParaRPr lang="en-US" dirty="0"/>
          </a:p>
        </p:txBody>
      </p:sp>
      <p:sp>
        <p:nvSpPr>
          <p:cNvPr id="14" name="Content Placeholder 13"/>
          <p:cNvSpPr>
            <a:spLocks noGrp="1"/>
          </p:cNvSpPr>
          <p:nvPr>
            <p:ph sz="half" idx="1"/>
          </p:nvPr>
        </p:nvSpPr>
        <p:spPr>
          <a:xfrm>
            <a:off x="1593436" y="1600200"/>
            <a:ext cx="7597320" cy="1036712"/>
          </a:xfrm>
        </p:spPr>
        <p:txBody>
          <a:bodyPr>
            <a:normAutofit fontScale="62500" lnSpcReduction="20000"/>
          </a:bodyPr>
          <a:lstStyle/>
          <a:p>
            <a:r>
              <a:rPr lang="en-CA" dirty="0"/>
              <a:t>Visual C#, Microsoft-Visual Studio </a:t>
            </a:r>
            <a:r>
              <a:rPr lang="ko-KR" altLang="en-US" dirty="0"/>
              <a:t>활용</a:t>
            </a:r>
            <a:r>
              <a:rPr lang="en-CA" altLang="ko-KR" dirty="0"/>
              <a:t>,</a:t>
            </a:r>
          </a:p>
          <a:p>
            <a:r>
              <a:rPr lang="ko-KR" altLang="en-US" dirty="0"/>
              <a:t>프로그램 메뉴 디자인 </a:t>
            </a:r>
            <a:r>
              <a:rPr lang="en-CA" altLang="ko-KR" dirty="0"/>
              <a:t>-&gt; Pizza store, </a:t>
            </a:r>
            <a:r>
              <a:rPr lang="ko-KR" altLang="en-US" dirty="0"/>
              <a:t>메모장</a:t>
            </a:r>
            <a:r>
              <a:rPr lang="en-CA" altLang="ko-KR" dirty="0"/>
              <a:t>, </a:t>
            </a:r>
            <a:r>
              <a:rPr lang="ko-KR" altLang="en-US" dirty="0"/>
              <a:t>일기장</a:t>
            </a:r>
            <a:r>
              <a:rPr lang="en-CA" altLang="ko-KR" dirty="0"/>
              <a:t> </a:t>
            </a:r>
            <a:r>
              <a:rPr lang="ko-KR" altLang="en-US" dirty="0"/>
              <a:t>등 제작</a:t>
            </a:r>
            <a:endParaRPr lang="en-CA" dirty="0"/>
          </a:p>
          <a:p>
            <a:r>
              <a:rPr lang="ko-KR" altLang="en-US" dirty="0"/>
              <a:t>난이도</a:t>
            </a:r>
            <a:r>
              <a:rPr lang="en-CA" altLang="ko-KR" dirty="0"/>
              <a:t>: </a:t>
            </a:r>
            <a:r>
              <a:rPr lang="ko-KR" altLang="en-US" dirty="0"/>
              <a:t>초급</a:t>
            </a:r>
            <a:r>
              <a:rPr lang="en-CA" altLang="ko-KR" dirty="0"/>
              <a:t>, </a:t>
            </a:r>
            <a:r>
              <a:rPr lang="ko-KR" altLang="en-US" dirty="0"/>
              <a:t>중급</a:t>
            </a:r>
            <a:endParaRPr lang="en-CA" dirty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2" name="Picture 1" descr="Graphical user interface, application&#10;&#10;Description automatically generated">
            <a:extLst>
              <a:ext uri="{FF2B5EF4-FFF2-40B4-BE49-F238E27FC236}">
                <a16:creationId xmlns:a16="http://schemas.microsoft.com/office/drawing/2014/main" id="{769F14FC-7788-425D-BB43-C3146C0CFD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9063" y="2753607"/>
            <a:ext cx="4349952" cy="3577835"/>
          </a:xfrm>
          <a:prstGeom prst="rect">
            <a:avLst/>
          </a:prstGeom>
          <a:noFill/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5A74FA9D-E82C-4BD7-BC0E-C811EDA43898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1314"/>
          <a:stretch/>
        </p:blipFill>
        <p:spPr>
          <a:xfrm>
            <a:off x="6635215" y="2753607"/>
            <a:ext cx="4390767" cy="35778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92845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>
          <a:xfrm>
            <a:off x="1593436" y="177800"/>
            <a:ext cx="9782801" cy="1239837"/>
          </a:xfrm>
        </p:spPr>
        <p:txBody>
          <a:bodyPr anchor="b">
            <a:normAutofit/>
          </a:bodyPr>
          <a:lstStyle/>
          <a:p>
            <a:r>
              <a:rPr lang="en-US" dirty="0"/>
              <a:t>Mobile Application (</a:t>
            </a:r>
            <a:r>
              <a:rPr lang="ko-KR" altLang="en-US" dirty="0"/>
              <a:t>모바일 프로그램</a:t>
            </a:r>
            <a:r>
              <a:rPr lang="en-CA" altLang="ko-KR" dirty="0"/>
              <a:t>)</a:t>
            </a:r>
            <a:endParaRPr lang="en-US" dirty="0"/>
          </a:p>
        </p:txBody>
      </p:sp>
      <p:sp>
        <p:nvSpPr>
          <p:cNvPr id="14" name="Content Placeholder 13"/>
          <p:cNvSpPr>
            <a:spLocks noGrp="1"/>
          </p:cNvSpPr>
          <p:nvPr>
            <p:ph sz="half" idx="1"/>
          </p:nvPr>
        </p:nvSpPr>
        <p:spPr>
          <a:xfrm>
            <a:off x="1593436" y="1600200"/>
            <a:ext cx="4814586" cy="4572000"/>
          </a:xfrm>
        </p:spPr>
        <p:txBody>
          <a:bodyPr>
            <a:normAutofit/>
          </a:bodyPr>
          <a:lstStyle/>
          <a:p>
            <a:r>
              <a:rPr lang="en-CA" sz="2000" dirty="0"/>
              <a:t>Android Programming (</a:t>
            </a:r>
            <a:r>
              <a:rPr lang="ko-KR" altLang="en-US" sz="2000" dirty="0"/>
              <a:t>안드로이드</a:t>
            </a:r>
            <a:r>
              <a:rPr lang="en-CA" altLang="ko-KR" sz="2000" dirty="0"/>
              <a:t>)</a:t>
            </a:r>
          </a:p>
          <a:p>
            <a:r>
              <a:rPr lang="en-CA" sz="2000" dirty="0"/>
              <a:t>Android Studio </a:t>
            </a:r>
            <a:r>
              <a:rPr lang="ko-KR" altLang="en-US" sz="2000" dirty="0"/>
              <a:t>이용</a:t>
            </a:r>
            <a:endParaRPr lang="en-CA" altLang="ko-KR" sz="2000" dirty="0"/>
          </a:p>
          <a:p>
            <a:r>
              <a:rPr lang="ko-KR" altLang="en-US" sz="2000" dirty="0"/>
              <a:t>다양한 프로그램 제작 가능</a:t>
            </a:r>
            <a:endParaRPr lang="en-CA" altLang="ko-KR" sz="2000" dirty="0"/>
          </a:p>
          <a:p>
            <a:r>
              <a:rPr lang="en-CA" altLang="ko-KR" sz="2000" dirty="0"/>
              <a:t>Java </a:t>
            </a:r>
            <a:r>
              <a:rPr lang="ko-KR" altLang="en-US" sz="2000" dirty="0"/>
              <a:t>및 </a:t>
            </a:r>
            <a:r>
              <a:rPr lang="en-CA" altLang="ko-KR" sz="2000" dirty="0"/>
              <a:t>UI </a:t>
            </a:r>
            <a:r>
              <a:rPr lang="ko-KR" altLang="en-US" sz="2000" dirty="0"/>
              <a:t>디자인 기본 이해 필요</a:t>
            </a:r>
            <a:endParaRPr lang="en-CA" altLang="ko-KR" sz="2000" dirty="0"/>
          </a:p>
          <a:p>
            <a:r>
              <a:rPr lang="ko-KR" altLang="en-US" sz="2000" dirty="0"/>
              <a:t>난이도</a:t>
            </a:r>
            <a:r>
              <a:rPr lang="en-CA" altLang="ko-KR" sz="2000" dirty="0"/>
              <a:t>: </a:t>
            </a:r>
            <a:r>
              <a:rPr lang="ko-KR" altLang="en-US" sz="2000" dirty="0"/>
              <a:t>중급</a:t>
            </a:r>
            <a:r>
              <a:rPr lang="en-CA" altLang="ko-KR" sz="2000" dirty="0"/>
              <a:t>, </a:t>
            </a:r>
            <a:r>
              <a:rPr lang="ko-KR" altLang="en-US" sz="2000" dirty="0"/>
              <a:t>고급</a:t>
            </a:r>
            <a:endParaRPr lang="en-CA" sz="2000" dirty="0"/>
          </a:p>
          <a:p>
            <a:endParaRPr lang="en-US" sz="2000" dirty="0"/>
          </a:p>
          <a:p>
            <a:endParaRPr lang="en-US" sz="2000" dirty="0"/>
          </a:p>
        </p:txBody>
      </p:sp>
      <p:pic>
        <p:nvPicPr>
          <p:cNvPr id="2" name="Picture 1" descr="Graphical user interface&#10;&#10;Description automatically generated">
            <a:extLst>
              <a:ext uri="{FF2B5EF4-FFF2-40B4-BE49-F238E27FC236}">
                <a16:creationId xmlns:a16="http://schemas.microsoft.com/office/drawing/2014/main" id="{3F27C9AA-B1D3-4F41-9BC4-98F1835C33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1651" y="2038603"/>
            <a:ext cx="4814586" cy="3695194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8195757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>
          <a:xfrm>
            <a:off x="1593436" y="177800"/>
            <a:ext cx="9782801" cy="1239837"/>
          </a:xfrm>
        </p:spPr>
        <p:txBody>
          <a:bodyPr anchor="b">
            <a:normAutofit/>
          </a:bodyPr>
          <a:lstStyle/>
          <a:p>
            <a:r>
              <a:rPr lang="ko-KR" altLang="en-US" dirty="0"/>
              <a:t>감사합니다</a:t>
            </a:r>
            <a:r>
              <a:rPr lang="en-CA" altLang="ko-KR" dirty="0"/>
              <a:t>. </a:t>
            </a:r>
            <a:r>
              <a:rPr lang="ko-KR" altLang="en-US" dirty="0"/>
              <a:t>질문있어요</a:t>
            </a:r>
            <a:r>
              <a:rPr lang="en-CA" altLang="ko-KR" dirty="0"/>
              <a:t>?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49954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Math 16x9">
  <a:themeElements>
    <a:clrScheme name="Math_16x9">
      <a:dk1>
        <a:srgbClr val="465562"/>
      </a:dk1>
      <a:lt1>
        <a:srgbClr val="FFFFFF"/>
      </a:lt1>
      <a:dk2>
        <a:srgbClr val="000000"/>
      </a:dk2>
      <a:lt2>
        <a:srgbClr val="F2ECE2"/>
      </a:lt2>
      <a:accent1>
        <a:srgbClr val="9BAAB7"/>
      </a:accent1>
      <a:accent2>
        <a:srgbClr val="B8D082"/>
      </a:accent2>
      <a:accent3>
        <a:srgbClr val="EFDB85"/>
      </a:accent3>
      <a:accent4>
        <a:srgbClr val="E8A565"/>
      </a:accent4>
      <a:accent5>
        <a:srgbClr val="BC9AAE"/>
      </a:accent5>
      <a:accent6>
        <a:srgbClr val="BABABA"/>
      </a:accent6>
      <a:hlink>
        <a:srgbClr val="8FC48C"/>
      </a:hlink>
      <a:folHlink>
        <a:srgbClr val="969696"/>
      </a:folHlink>
    </a:clrScheme>
    <a:fontScheme name="Euphemia">
      <a:majorFont>
        <a:latin typeface="Euphemia"/>
        <a:ea typeface=""/>
        <a:cs typeface=""/>
      </a:majorFont>
      <a:minorFont>
        <a:latin typeface="Euphemi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ath education presentation with Pi  (widescreen).potx" id="{DF132673-7A8C-4FB7-A35E-0123B6C0D98B}" vid="{CCAAB50D-2EF2-4925-80C2-C83131AE58AC}"/>
    </a:ext>
  </a:extLst>
</a:theme>
</file>

<file path=ppt/theme/theme2.xml><?xml version="1.0" encoding="utf-8"?>
<a:theme xmlns:a="http://schemas.openxmlformats.org/drawingml/2006/main" name="Office Theme">
  <a:themeElements>
    <a:clrScheme name="Math_16x9">
      <a:dk1>
        <a:srgbClr val="465562"/>
      </a:dk1>
      <a:lt1>
        <a:srgbClr val="FFFFFF"/>
      </a:lt1>
      <a:dk2>
        <a:srgbClr val="000000"/>
      </a:dk2>
      <a:lt2>
        <a:srgbClr val="F2ECE2"/>
      </a:lt2>
      <a:accent1>
        <a:srgbClr val="9BAAB7"/>
      </a:accent1>
      <a:accent2>
        <a:srgbClr val="B8D082"/>
      </a:accent2>
      <a:accent3>
        <a:srgbClr val="EFDB85"/>
      </a:accent3>
      <a:accent4>
        <a:srgbClr val="E8A565"/>
      </a:accent4>
      <a:accent5>
        <a:srgbClr val="BC9AAE"/>
      </a:accent5>
      <a:accent6>
        <a:srgbClr val="BABABA"/>
      </a:accent6>
      <a:hlink>
        <a:srgbClr val="8FC48C"/>
      </a:hlink>
      <a:folHlink>
        <a:srgbClr val="A97C96"/>
      </a:folHlink>
    </a:clrScheme>
    <a:fontScheme name="Euphemia">
      <a:majorFont>
        <a:latin typeface="Euphemia"/>
        <a:ea typeface=""/>
        <a:cs typeface=""/>
      </a:majorFont>
      <a:minorFont>
        <a:latin typeface="Euphemi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Math_16x9">
      <a:dk1>
        <a:srgbClr val="465562"/>
      </a:dk1>
      <a:lt1>
        <a:srgbClr val="FFFFFF"/>
      </a:lt1>
      <a:dk2>
        <a:srgbClr val="000000"/>
      </a:dk2>
      <a:lt2>
        <a:srgbClr val="F2ECE2"/>
      </a:lt2>
      <a:accent1>
        <a:srgbClr val="9BAAB7"/>
      </a:accent1>
      <a:accent2>
        <a:srgbClr val="B8D082"/>
      </a:accent2>
      <a:accent3>
        <a:srgbClr val="EFDB85"/>
      </a:accent3>
      <a:accent4>
        <a:srgbClr val="E8A565"/>
      </a:accent4>
      <a:accent5>
        <a:srgbClr val="BC9AAE"/>
      </a:accent5>
      <a:accent6>
        <a:srgbClr val="BABABA"/>
      </a:accent6>
      <a:hlink>
        <a:srgbClr val="8FC48C"/>
      </a:hlink>
      <a:folHlink>
        <a:srgbClr val="A97C96"/>
      </a:folHlink>
    </a:clrScheme>
    <a:fontScheme name="Euphemia">
      <a:majorFont>
        <a:latin typeface="Euphemia"/>
        <a:ea typeface=""/>
        <a:cs typeface=""/>
      </a:majorFont>
      <a:minorFont>
        <a:latin typeface="Euphemi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Math education presentation with Pi  (widescreen)</Template>
  <TotalTime>468</TotalTime>
  <Words>614</Words>
  <Application>Microsoft Office PowerPoint</Application>
  <PresentationFormat>Custom</PresentationFormat>
  <Paragraphs>171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Euphemia</vt:lpstr>
      <vt:lpstr>Math 16x9</vt:lpstr>
      <vt:lpstr>컴퓨터 프로그래밍</vt:lpstr>
      <vt:lpstr>자기 소개</vt:lpstr>
      <vt:lpstr>생각해 봅시다</vt:lpstr>
      <vt:lpstr>생각해 봅시다</vt:lpstr>
      <vt:lpstr>생각해 봅시다</vt:lpstr>
      <vt:lpstr>생각해 봅시다</vt:lpstr>
      <vt:lpstr>생각해 봅시다</vt:lpstr>
      <vt:lpstr>생각해 봅시다</vt:lpstr>
      <vt:lpstr>튜터 소개</vt:lpstr>
      <vt:lpstr>프로그래밍 종류</vt:lpstr>
      <vt:lpstr>입문용 프로그래밍</vt:lpstr>
      <vt:lpstr>Java, Python (기본 프로그래밍)</vt:lpstr>
      <vt:lpstr>Web Programming (웹 프로젝트)</vt:lpstr>
      <vt:lpstr>IoT (Internet Of Things) (사물 인터넷)</vt:lpstr>
      <vt:lpstr>Window Application (윈도우 프로그램)</vt:lpstr>
      <vt:lpstr>Mobile Application (모바일 프로그램)</vt:lpstr>
      <vt:lpstr>감사합니다. 질문있어요?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 Layout</dc:title>
  <dc:creator>Ahn, Daniel</dc:creator>
  <cp:lastModifiedBy>Ahn, Daniel</cp:lastModifiedBy>
  <cp:revision>59</cp:revision>
  <dcterms:created xsi:type="dcterms:W3CDTF">2021-06-19T05:53:00Z</dcterms:created>
  <dcterms:modified xsi:type="dcterms:W3CDTF">2021-06-21T04:07:45Z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nternalTags">
    <vt:lpwstr/>
  </property>
  <property fmtid="{D5CDD505-2E9C-101B-9397-08002B2CF9AE}" pid="3" name="ContentTypeId">
    <vt:lpwstr>0x010100AA3F7D94069FF64A86F7DFF56D60E3BE</vt:lpwstr>
  </property>
  <property fmtid="{D5CDD505-2E9C-101B-9397-08002B2CF9AE}" pid="4" name="FeatureTags">
    <vt:lpwstr/>
  </property>
  <property fmtid="{D5CDD505-2E9C-101B-9397-08002B2CF9AE}" pid="5" name="LocalizationTags">
    <vt:lpwstr/>
  </property>
  <property fmtid="{D5CDD505-2E9C-101B-9397-08002B2CF9AE}" pid="6" name="CampaignTags">
    <vt:lpwstr/>
  </property>
  <property fmtid="{D5CDD505-2E9C-101B-9397-08002B2CF9AE}" pid="7" name="ScenarioTags">
    <vt:lpwstr/>
  </property>
</Properties>
</file>