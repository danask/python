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y="6858000" cx="12188825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39">
          <p15:clr>
            <a:srgbClr val="A4A3A4"/>
          </p15:clr>
        </p15:guide>
        <p15:guide id="3" pos="1007">
          <p15:clr>
            <a:srgbClr val="A4A3A4"/>
          </p15:clr>
        </p15:guide>
      </p15:sldGuideLst>
    </p:ext>
    <p:ext uri="{2D200454-40CA-4A62-9FC3-DE9A4176ACB9}">
      <p15:notesGuideLst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  <p:ext uri="http://customooxmlschemas.google.com/">
      <go:slidesCustomData xmlns:go="http://customooxmlschemas.google.com/" r:id="rId21" roundtripDataSignature="AMtx7mhvd1aMqN/06ofFxJ+PmLEfWoGLJ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2473766-75C7-4FBD-81AA-E4DE8C9E94CB}">
  <a:tblStyle styleId="{F2473766-75C7-4FBD-81AA-E4DE8C9E94CB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39"/>
        <p:guide pos="1007"/>
      </p:guideLst>
    </p:cSldViewPr>
  </p:slide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notes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21" Type="http://customschemas.google.com/relationships/presentationmetadata" Target="meta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382588" y="685800"/>
            <a:ext cx="60928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1:notes"/>
          <p:cNvSpPr/>
          <p:nvPr>
            <p:ph idx="2" type="sldImg"/>
          </p:nvPr>
        </p:nvSpPr>
        <p:spPr>
          <a:xfrm>
            <a:off x="382588" y="685800"/>
            <a:ext cx="60928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2:notes"/>
          <p:cNvSpPr/>
          <p:nvPr>
            <p:ph idx="2" type="sldImg"/>
          </p:nvPr>
        </p:nvSpPr>
        <p:spPr>
          <a:xfrm>
            <a:off x="382588" y="685800"/>
            <a:ext cx="60928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3:notes"/>
          <p:cNvSpPr/>
          <p:nvPr>
            <p:ph idx="2" type="sldImg"/>
          </p:nvPr>
        </p:nvSpPr>
        <p:spPr>
          <a:xfrm>
            <a:off x="382588" y="685800"/>
            <a:ext cx="60928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4:notes"/>
          <p:cNvSpPr/>
          <p:nvPr>
            <p:ph idx="2" type="sldImg"/>
          </p:nvPr>
        </p:nvSpPr>
        <p:spPr>
          <a:xfrm>
            <a:off x="382588" y="685800"/>
            <a:ext cx="60928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e51b16df3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ge51b16df3f_0_0:notes"/>
          <p:cNvSpPr/>
          <p:nvPr>
            <p:ph idx="2" type="sldImg"/>
          </p:nvPr>
        </p:nvSpPr>
        <p:spPr>
          <a:xfrm>
            <a:off x="382588" y="685800"/>
            <a:ext cx="6092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5:notes"/>
          <p:cNvSpPr/>
          <p:nvPr>
            <p:ph idx="2" type="sldImg"/>
          </p:nvPr>
        </p:nvSpPr>
        <p:spPr>
          <a:xfrm>
            <a:off x="382588" y="685800"/>
            <a:ext cx="60928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6:notes"/>
          <p:cNvSpPr/>
          <p:nvPr>
            <p:ph idx="2" type="sldImg"/>
          </p:nvPr>
        </p:nvSpPr>
        <p:spPr>
          <a:xfrm>
            <a:off x="382588" y="685800"/>
            <a:ext cx="60928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7:notes"/>
          <p:cNvSpPr/>
          <p:nvPr>
            <p:ph idx="2" type="sldImg"/>
          </p:nvPr>
        </p:nvSpPr>
        <p:spPr>
          <a:xfrm>
            <a:off x="382588" y="685800"/>
            <a:ext cx="60928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8:notes"/>
          <p:cNvSpPr/>
          <p:nvPr>
            <p:ph idx="2" type="sldImg"/>
          </p:nvPr>
        </p:nvSpPr>
        <p:spPr>
          <a:xfrm>
            <a:off x="382588" y="685800"/>
            <a:ext cx="60928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9:notes"/>
          <p:cNvSpPr/>
          <p:nvPr>
            <p:ph idx="2" type="sldImg"/>
          </p:nvPr>
        </p:nvSpPr>
        <p:spPr>
          <a:xfrm>
            <a:off x="382588" y="685800"/>
            <a:ext cx="60928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10:notes"/>
          <p:cNvSpPr/>
          <p:nvPr>
            <p:ph idx="2" type="sldImg"/>
          </p:nvPr>
        </p:nvSpPr>
        <p:spPr>
          <a:xfrm>
            <a:off x="382588" y="685800"/>
            <a:ext cx="60928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11:notes"/>
          <p:cNvSpPr/>
          <p:nvPr>
            <p:ph idx="2" type="sldImg"/>
          </p:nvPr>
        </p:nvSpPr>
        <p:spPr>
          <a:xfrm>
            <a:off x="382588" y="685800"/>
            <a:ext cx="60928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12:notes"/>
          <p:cNvSpPr/>
          <p:nvPr>
            <p:ph idx="2" type="sldImg"/>
          </p:nvPr>
        </p:nvSpPr>
        <p:spPr>
          <a:xfrm>
            <a:off x="382588" y="685800"/>
            <a:ext cx="60928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13:notes"/>
          <p:cNvSpPr/>
          <p:nvPr>
            <p:ph idx="2" type="sldImg"/>
          </p:nvPr>
        </p:nvSpPr>
        <p:spPr>
          <a:xfrm>
            <a:off x="382588" y="685800"/>
            <a:ext cx="60928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5"/>
          <p:cNvSpPr/>
          <p:nvPr/>
        </p:nvSpPr>
        <p:spPr>
          <a:xfrm>
            <a:off x="11579384" y="5638800"/>
            <a:ext cx="609441" cy="1219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60925" lIns="121875" spcFirstLastPara="1" rIns="121875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5;p15"/>
          <p:cNvSpPr/>
          <p:nvPr/>
        </p:nvSpPr>
        <p:spPr>
          <a:xfrm>
            <a:off x="11274663" y="5638800"/>
            <a:ext cx="304721" cy="1219200"/>
          </a:xfrm>
          <a:prstGeom prst="rect">
            <a:avLst/>
          </a:prstGeom>
          <a:solidFill>
            <a:srgbClr val="6A8093"/>
          </a:solidFill>
          <a:ln>
            <a:noFill/>
          </a:ln>
        </p:spPr>
        <p:txBody>
          <a:bodyPr anchorCtr="0" anchor="ctr" bIns="60925" lIns="121875" spcFirstLastPara="1" rIns="121875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15"/>
          <p:cNvSpPr/>
          <p:nvPr/>
        </p:nvSpPr>
        <p:spPr>
          <a:xfrm>
            <a:off x="1218883" y="0"/>
            <a:ext cx="609441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60925" lIns="121875" spcFirstLastPara="1" rIns="121875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15"/>
          <p:cNvSpPr/>
          <p:nvPr/>
        </p:nvSpPr>
        <p:spPr>
          <a:xfrm>
            <a:off x="0" y="0"/>
            <a:ext cx="1218883" cy="6858000"/>
          </a:xfrm>
          <a:prstGeom prst="rect">
            <a:avLst/>
          </a:prstGeom>
          <a:solidFill>
            <a:srgbClr val="6A8093"/>
          </a:solidFill>
          <a:ln>
            <a:noFill/>
          </a:ln>
        </p:spPr>
        <p:txBody>
          <a:bodyPr anchorCtr="0" anchor="ctr" bIns="60925" lIns="121875" spcFirstLastPara="1" rIns="121875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15"/>
          <p:cNvSpPr/>
          <p:nvPr/>
        </p:nvSpPr>
        <p:spPr>
          <a:xfrm>
            <a:off x="0" y="5638800"/>
            <a:ext cx="12188825" cy="1219200"/>
          </a:xfrm>
          <a:prstGeom prst="rect">
            <a:avLst/>
          </a:prstGeom>
          <a:solidFill>
            <a:srgbClr val="6A8093">
              <a:alpha val="49803"/>
            </a:srgbClr>
          </a:solidFill>
          <a:ln>
            <a:noFill/>
          </a:ln>
        </p:spPr>
        <p:txBody>
          <a:bodyPr anchorCtr="0" anchor="ctr" bIns="60925" lIns="121875" spcFirstLastPara="1" rIns="121875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9" name="Google Shape;29;p15"/>
          <p:cNvCxnSpPr/>
          <p:nvPr/>
        </p:nvCxnSpPr>
        <p:spPr>
          <a:xfrm>
            <a:off x="11573293" y="5638800"/>
            <a:ext cx="0" cy="12192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0" name="Google Shape;30;p15"/>
          <p:cNvSpPr/>
          <p:nvPr/>
        </p:nvSpPr>
        <p:spPr>
          <a:xfrm>
            <a:off x="0" y="5643132"/>
            <a:ext cx="1216152" cy="1214868"/>
          </a:xfrm>
          <a:prstGeom prst="rect">
            <a:avLst/>
          </a:prstGeom>
          <a:solidFill>
            <a:srgbClr val="465562">
              <a:alpha val="74901"/>
            </a:srgbClr>
          </a:solidFill>
          <a:ln>
            <a:noFill/>
          </a:ln>
        </p:spPr>
        <p:txBody>
          <a:bodyPr anchorCtr="0" anchor="ctr" bIns="60925" lIns="121875" spcFirstLastPara="1" rIns="121875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" name="Google Shape;31;p15"/>
          <p:cNvCxnSpPr/>
          <p:nvPr/>
        </p:nvCxnSpPr>
        <p:spPr>
          <a:xfrm>
            <a:off x="1218884" y="0"/>
            <a:ext cx="0" cy="68580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2" name="Google Shape;32;p15"/>
          <p:cNvCxnSpPr/>
          <p:nvPr/>
        </p:nvCxnSpPr>
        <p:spPr>
          <a:xfrm>
            <a:off x="0" y="5631204"/>
            <a:ext cx="1828325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3" name="Google Shape;33;p15"/>
          <p:cNvSpPr/>
          <p:nvPr/>
        </p:nvSpPr>
        <p:spPr>
          <a:xfrm>
            <a:off x="276462" y="6032500"/>
            <a:ext cx="593189" cy="519176"/>
          </a:xfrm>
          <a:custGeom>
            <a:rect b="b" l="l" r="r" t="t"/>
            <a:pathLst>
              <a:path extrusionOk="0" h="372" w="426">
                <a:moveTo>
                  <a:pt x="411" y="0"/>
                </a:moveTo>
                <a:cubicBezTo>
                  <a:pt x="90" y="0"/>
                  <a:pt x="90" y="0"/>
                  <a:pt x="90" y="0"/>
                </a:cubicBezTo>
                <a:cubicBezTo>
                  <a:pt x="25" y="0"/>
                  <a:pt x="4" y="61"/>
                  <a:pt x="3" y="64"/>
                </a:cubicBezTo>
                <a:cubicBezTo>
                  <a:pt x="0" y="71"/>
                  <a:pt x="4" y="80"/>
                  <a:pt x="12" y="83"/>
                </a:cubicBezTo>
                <a:cubicBezTo>
                  <a:pt x="14" y="83"/>
                  <a:pt x="15" y="83"/>
                  <a:pt x="17" y="83"/>
                </a:cubicBezTo>
                <a:cubicBezTo>
                  <a:pt x="23" y="83"/>
                  <a:pt x="29" y="80"/>
                  <a:pt x="31" y="73"/>
                </a:cubicBezTo>
                <a:cubicBezTo>
                  <a:pt x="31" y="73"/>
                  <a:pt x="46" y="30"/>
                  <a:pt x="90" y="30"/>
                </a:cubicBezTo>
                <a:cubicBezTo>
                  <a:pt x="131" y="30"/>
                  <a:pt x="131" y="30"/>
                  <a:pt x="131" y="30"/>
                </a:cubicBezTo>
                <a:cubicBezTo>
                  <a:pt x="129" y="83"/>
                  <a:pt x="118" y="274"/>
                  <a:pt x="61" y="334"/>
                </a:cubicBezTo>
                <a:cubicBezTo>
                  <a:pt x="55" y="340"/>
                  <a:pt x="55" y="350"/>
                  <a:pt x="61" y="355"/>
                </a:cubicBezTo>
                <a:cubicBezTo>
                  <a:pt x="64" y="358"/>
                  <a:pt x="68" y="359"/>
                  <a:pt x="72" y="359"/>
                </a:cubicBezTo>
                <a:cubicBezTo>
                  <a:pt x="76" y="359"/>
                  <a:pt x="80" y="358"/>
                  <a:pt x="83" y="355"/>
                </a:cubicBezTo>
                <a:cubicBezTo>
                  <a:pt x="148" y="286"/>
                  <a:pt x="159" y="84"/>
                  <a:pt x="161" y="30"/>
                </a:cubicBezTo>
                <a:cubicBezTo>
                  <a:pt x="272" y="30"/>
                  <a:pt x="272" y="30"/>
                  <a:pt x="272" y="30"/>
                </a:cubicBezTo>
                <a:cubicBezTo>
                  <a:pt x="253" y="270"/>
                  <a:pt x="253" y="270"/>
                  <a:pt x="253" y="270"/>
                </a:cubicBezTo>
                <a:cubicBezTo>
                  <a:pt x="253" y="272"/>
                  <a:pt x="248" y="327"/>
                  <a:pt x="277" y="355"/>
                </a:cubicBezTo>
                <a:cubicBezTo>
                  <a:pt x="289" y="366"/>
                  <a:pt x="304" y="372"/>
                  <a:pt x="322" y="372"/>
                </a:cubicBezTo>
                <a:cubicBezTo>
                  <a:pt x="326" y="372"/>
                  <a:pt x="330" y="372"/>
                  <a:pt x="335" y="371"/>
                </a:cubicBezTo>
                <a:cubicBezTo>
                  <a:pt x="398" y="362"/>
                  <a:pt x="416" y="283"/>
                  <a:pt x="417" y="280"/>
                </a:cubicBezTo>
                <a:cubicBezTo>
                  <a:pt x="419" y="271"/>
                  <a:pt x="414" y="264"/>
                  <a:pt x="406" y="262"/>
                </a:cubicBezTo>
                <a:cubicBezTo>
                  <a:pt x="398" y="260"/>
                  <a:pt x="390" y="265"/>
                  <a:pt x="388" y="273"/>
                </a:cubicBezTo>
                <a:cubicBezTo>
                  <a:pt x="388" y="274"/>
                  <a:pt x="373" y="335"/>
                  <a:pt x="331" y="341"/>
                </a:cubicBezTo>
                <a:cubicBezTo>
                  <a:pt x="316" y="343"/>
                  <a:pt x="306" y="341"/>
                  <a:pt x="298" y="333"/>
                </a:cubicBezTo>
                <a:cubicBezTo>
                  <a:pt x="282" y="318"/>
                  <a:pt x="282" y="284"/>
                  <a:pt x="283" y="272"/>
                </a:cubicBezTo>
                <a:cubicBezTo>
                  <a:pt x="302" y="30"/>
                  <a:pt x="302" y="30"/>
                  <a:pt x="302" y="30"/>
                </a:cubicBezTo>
                <a:cubicBezTo>
                  <a:pt x="411" y="30"/>
                  <a:pt x="411" y="30"/>
                  <a:pt x="411" y="30"/>
                </a:cubicBezTo>
                <a:cubicBezTo>
                  <a:pt x="419" y="30"/>
                  <a:pt x="426" y="24"/>
                  <a:pt x="426" y="15"/>
                </a:cubicBezTo>
                <a:cubicBezTo>
                  <a:pt x="426" y="7"/>
                  <a:pt x="419" y="0"/>
                  <a:pt x="411" y="0"/>
                </a:cubicBezTo>
                <a:close/>
              </a:path>
            </a:pathLst>
          </a:cu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60925" lIns="121875" spcFirstLastPara="1" rIns="121875" wrap="square" tIns="60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34;p15"/>
          <p:cNvSpPr txBox="1"/>
          <p:nvPr>
            <p:ph type="ctrTitle"/>
          </p:nvPr>
        </p:nvSpPr>
        <p:spPr>
          <a:xfrm>
            <a:off x="2428669" y="1600200"/>
            <a:ext cx="8329031" cy="268012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43F49"/>
              </a:buClr>
              <a:buSzPts val="5400"/>
              <a:buFont typeface="Arial"/>
              <a:buNone/>
              <a:defRPr sz="5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5"/>
          <p:cNvSpPr txBox="1"/>
          <p:nvPr>
            <p:ph idx="1" type="subTitle"/>
          </p:nvPr>
        </p:nvSpPr>
        <p:spPr>
          <a:xfrm>
            <a:off x="2428669" y="4344915"/>
            <a:ext cx="7516442" cy="11160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92979C"/>
              </a:buClr>
              <a:buSzPts val="2400"/>
              <a:buNone/>
              <a:defRPr>
                <a:solidFill>
                  <a:srgbClr val="92979C"/>
                </a:solidFill>
              </a:defRPr>
            </a:lvl2pPr>
            <a:lvl3pPr lvl="2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92979C"/>
              </a:buClr>
              <a:buSzPts val="2000"/>
              <a:buNone/>
              <a:defRPr>
                <a:solidFill>
                  <a:srgbClr val="92979C"/>
                </a:solidFill>
              </a:defRPr>
            </a:lvl3pPr>
            <a:lvl4pPr lvl="3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92979C"/>
              </a:buClr>
              <a:buSzPts val="1800"/>
              <a:buNone/>
              <a:defRPr>
                <a:solidFill>
                  <a:srgbClr val="92979C"/>
                </a:solidFill>
              </a:defRPr>
            </a:lvl4pPr>
            <a:lvl5pPr lvl="4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92979C"/>
              </a:buClr>
              <a:buSzPts val="1800"/>
              <a:buNone/>
              <a:defRPr>
                <a:solidFill>
                  <a:srgbClr val="92979C"/>
                </a:solidFill>
              </a:defRPr>
            </a:lvl5pPr>
            <a:lvl6pPr lvl="5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92979C"/>
              </a:buClr>
              <a:buSzPts val="1800"/>
              <a:buNone/>
              <a:defRPr>
                <a:solidFill>
                  <a:srgbClr val="92979C"/>
                </a:solidFill>
              </a:defRPr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92979C"/>
              </a:buClr>
              <a:buSzPts val="1800"/>
              <a:buNone/>
              <a:defRPr>
                <a:solidFill>
                  <a:srgbClr val="92979C"/>
                </a:solidFill>
              </a:defRPr>
            </a:lvl7pPr>
            <a:lvl8pPr lvl="7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92979C"/>
              </a:buClr>
              <a:buSzPts val="1800"/>
              <a:buNone/>
              <a:defRPr>
                <a:solidFill>
                  <a:srgbClr val="92979C"/>
                </a:solidFill>
              </a:defRPr>
            </a:lvl8pPr>
            <a:lvl9pPr lvl="8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92979C"/>
              </a:buClr>
              <a:buSzPts val="1800"/>
              <a:buNone/>
              <a:defRPr>
                <a:solidFill>
                  <a:srgbClr val="92979C"/>
                </a:solidFill>
              </a:defRPr>
            </a:lvl9pPr>
          </a:lstStyle>
          <a:p/>
        </p:txBody>
      </p:sp>
      <p:sp>
        <p:nvSpPr>
          <p:cNvPr id="36" name="Google Shape;36;p15"/>
          <p:cNvSpPr txBox="1"/>
          <p:nvPr>
            <p:ph idx="10" type="dt"/>
          </p:nvPr>
        </p:nvSpPr>
        <p:spPr>
          <a:xfrm>
            <a:off x="5180250" y="6356351"/>
            <a:ext cx="121888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15"/>
          <p:cNvSpPr txBox="1"/>
          <p:nvPr>
            <p:ph idx="11" type="ftr"/>
          </p:nvPr>
        </p:nvSpPr>
        <p:spPr>
          <a:xfrm>
            <a:off x="6595933" y="6356351"/>
            <a:ext cx="397406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5"/>
          <p:cNvSpPr txBox="1"/>
          <p:nvPr>
            <p:ph idx="12" type="sldNum"/>
          </p:nvPr>
        </p:nvSpPr>
        <p:spPr>
          <a:xfrm>
            <a:off x="10666412" y="6356351"/>
            <a:ext cx="60944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200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sz="1200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sz="1200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sz="1200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sz="1200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sz="1200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sz="1200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sz="1200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sz="1200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6"/>
          <p:cNvSpPr txBox="1"/>
          <p:nvPr>
            <p:ph type="title"/>
          </p:nvPr>
        </p:nvSpPr>
        <p:spPr>
          <a:xfrm>
            <a:off x="1593436" y="177800"/>
            <a:ext cx="9782801" cy="12398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43F49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16"/>
          <p:cNvSpPr txBox="1"/>
          <p:nvPr>
            <p:ph idx="1" type="body"/>
          </p:nvPr>
        </p:nvSpPr>
        <p:spPr>
          <a:xfrm>
            <a:off x="1593436" y="1600200"/>
            <a:ext cx="4814586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800"/>
              <a:buChar char="›"/>
              <a:defRPr sz="2800"/>
            </a:lvl1pPr>
            <a:lvl2pPr indent="-381000" lvl="1" marL="914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Char char="›"/>
              <a:defRPr sz="2000"/>
            </a:lvl3pPr>
            <a:lvl4pPr indent="-3429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›"/>
              <a:defRPr sz="1800"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6pPr>
            <a:lvl7pPr indent="-3429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›"/>
              <a:defRPr sz="1800"/>
            </a:lvl7pPr>
            <a:lvl8pPr indent="-3429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8pPr>
            <a:lvl9pPr indent="-342900" lvl="8" marL="411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›"/>
              <a:defRPr sz="1800"/>
            </a:lvl9pPr>
          </a:lstStyle>
          <a:p/>
        </p:txBody>
      </p:sp>
      <p:sp>
        <p:nvSpPr>
          <p:cNvPr id="42" name="Google Shape;42;p16"/>
          <p:cNvSpPr txBox="1"/>
          <p:nvPr>
            <p:ph idx="2" type="body"/>
          </p:nvPr>
        </p:nvSpPr>
        <p:spPr>
          <a:xfrm>
            <a:off x="6561651" y="1600200"/>
            <a:ext cx="4814586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800"/>
              <a:buChar char="›"/>
              <a:defRPr sz="2800"/>
            </a:lvl1pPr>
            <a:lvl2pPr indent="-381000" lvl="1" marL="914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Char char="›"/>
              <a:defRPr sz="2000"/>
            </a:lvl3pPr>
            <a:lvl4pPr indent="-3429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›"/>
              <a:defRPr sz="1800"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6pPr>
            <a:lvl7pPr indent="-3429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›"/>
              <a:defRPr sz="1800"/>
            </a:lvl7pPr>
            <a:lvl8pPr indent="-3429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8pPr>
            <a:lvl9pPr indent="-342900" lvl="8" marL="411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›"/>
              <a:defRPr sz="1800"/>
            </a:lvl9pPr>
          </a:lstStyle>
          <a:p/>
        </p:txBody>
      </p:sp>
      <p:sp>
        <p:nvSpPr>
          <p:cNvPr id="43" name="Google Shape;43;p16"/>
          <p:cNvSpPr txBox="1"/>
          <p:nvPr>
            <p:ph idx="10" type="dt"/>
          </p:nvPr>
        </p:nvSpPr>
        <p:spPr>
          <a:xfrm>
            <a:off x="5180250" y="6356351"/>
            <a:ext cx="121888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6"/>
          <p:cNvSpPr txBox="1"/>
          <p:nvPr>
            <p:ph idx="11" type="ftr"/>
          </p:nvPr>
        </p:nvSpPr>
        <p:spPr>
          <a:xfrm>
            <a:off x="6595933" y="6356351"/>
            <a:ext cx="397406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16"/>
          <p:cNvSpPr txBox="1"/>
          <p:nvPr>
            <p:ph idx="12" type="sldNum"/>
          </p:nvPr>
        </p:nvSpPr>
        <p:spPr>
          <a:xfrm>
            <a:off x="10766796" y="6356351"/>
            <a:ext cx="60944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7"/>
          <p:cNvSpPr txBox="1"/>
          <p:nvPr>
            <p:ph type="title"/>
          </p:nvPr>
        </p:nvSpPr>
        <p:spPr>
          <a:xfrm>
            <a:off x="1593436" y="177800"/>
            <a:ext cx="9782801" cy="12398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43F49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7"/>
          <p:cNvSpPr txBox="1"/>
          <p:nvPr>
            <p:ph idx="1" type="body"/>
          </p:nvPr>
        </p:nvSpPr>
        <p:spPr>
          <a:xfrm>
            <a:off x="1593436" y="1600200"/>
            <a:ext cx="9782801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›"/>
              <a:defRPr/>
            </a:lvl1pPr>
            <a:lvl2pPr indent="-342900" lvl="1" marL="914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›"/>
              <a:defRPr/>
            </a:lvl3pPr>
            <a:lvl4pPr indent="-3429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›"/>
              <a:defRPr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6pPr>
            <a:lvl7pPr indent="-3429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›"/>
              <a:defRPr/>
            </a:lvl7pPr>
            <a:lvl8pPr indent="-3429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8pPr>
            <a:lvl9pPr indent="-342900" lvl="8" marL="411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›"/>
              <a:defRPr/>
            </a:lvl9pPr>
          </a:lstStyle>
          <a:p/>
        </p:txBody>
      </p:sp>
      <p:sp>
        <p:nvSpPr>
          <p:cNvPr id="49" name="Google Shape;49;p17"/>
          <p:cNvSpPr txBox="1"/>
          <p:nvPr>
            <p:ph idx="10" type="dt"/>
          </p:nvPr>
        </p:nvSpPr>
        <p:spPr>
          <a:xfrm>
            <a:off x="5180250" y="6356351"/>
            <a:ext cx="121888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17"/>
          <p:cNvSpPr txBox="1"/>
          <p:nvPr>
            <p:ph idx="11" type="ftr"/>
          </p:nvPr>
        </p:nvSpPr>
        <p:spPr>
          <a:xfrm>
            <a:off x="6595933" y="6356351"/>
            <a:ext cx="397406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7"/>
          <p:cNvSpPr txBox="1"/>
          <p:nvPr>
            <p:ph idx="12" type="sldNum"/>
          </p:nvPr>
        </p:nvSpPr>
        <p:spPr>
          <a:xfrm>
            <a:off x="10766796" y="6356351"/>
            <a:ext cx="60944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showMasterSp="0" type="secHead">
  <p:cSld name="SECTION_HEADER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8"/>
          <p:cNvSpPr/>
          <p:nvPr/>
        </p:nvSpPr>
        <p:spPr>
          <a:xfrm>
            <a:off x="11579384" y="5638800"/>
            <a:ext cx="609441" cy="1219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60925" lIns="121875" spcFirstLastPara="1" rIns="121875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8"/>
          <p:cNvSpPr/>
          <p:nvPr/>
        </p:nvSpPr>
        <p:spPr>
          <a:xfrm>
            <a:off x="11274663" y="5638800"/>
            <a:ext cx="304721" cy="1219200"/>
          </a:xfrm>
          <a:prstGeom prst="rect">
            <a:avLst/>
          </a:prstGeom>
          <a:solidFill>
            <a:srgbClr val="6A8093"/>
          </a:solidFill>
          <a:ln>
            <a:noFill/>
          </a:ln>
        </p:spPr>
        <p:txBody>
          <a:bodyPr anchorCtr="0" anchor="ctr" bIns="60925" lIns="121875" spcFirstLastPara="1" rIns="121875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8"/>
          <p:cNvSpPr/>
          <p:nvPr/>
        </p:nvSpPr>
        <p:spPr>
          <a:xfrm>
            <a:off x="1216152" y="5638800"/>
            <a:ext cx="609441" cy="1219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60925" lIns="121875" spcFirstLastPara="1" rIns="121875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18"/>
          <p:cNvSpPr/>
          <p:nvPr/>
        </p:nvSpPr>
        <p:spPr>
          <a:xfrm>
            <a:off x="0" y="5638800"/>
            <a:ext cx="12188825" cy="1219200"/>
          </a:xfrm>
          <a:prstGeom prst="rect">
            <a:avLst/>
          </a:prstGeom>
          <a:solidFill>
            <a:srgbClr val="6A8093">
              <a:alpha val="49803"/>
            </a:srgbClr>
          </a:solidFill>
          <a:ln>
            <a:noFill/>
          </a:ln>
        </p:spPr>
        <p:txBody>
          <a:bodyPr anchorCtr="0" anchor="ctr" bIns="60925" lIns="121875" spcFirstLastPara="1" rIns="121875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7" name="Google Shape;57;p18"/>
          <p:cNvCxnSpPr/>
          <p:nvPr/>
        </p:nvCxnSpPr>
        <p:spPr>
          <a:xfrm>
            <a:off x="11573293" y="5638800"/>
            <a:ext cx="0" cy="12192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8" name="Google Shape;58;p18"/>
          <p:cNvSpPr/>
          <p:nvPr/>
        </p:nvSpPr>
        <p:spPr>
          <a:xfrm>
            <a:off x="0" y="5643132"/>
            <a:ext cx="1216152" cy="1214868"/>
          </a:xfrm>
          <a:prstGeom prst="rect">
            <a:avLst/>
          </a:prstGeom>
          <a:solidFill>
            <a:srgbClr val="465562">
              <a:alpha val="74901"/>
            </a:srgbClr>
          </a:solidFill>
          <a:ln>
            <a:noFill/>
          </a:ln>
        </p:spPr>
        <p:txBody>
          <a:bodyPr anchorCtr="0" anchor="ctr" bIns="60925" lIns="121875" spcFirstLastPara="1" rIns="121875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18"/>
          <p:cNvSpPr/>
          <p:nvPr/>
        </p:nvSpPr>
        <p:spPr>
          <a:xfrm>
            <a:off x="276462" y="6032500"/>
            <a:ext cx="593189" cy="519176"/>
          </a:xfrm>
          <a:custGeom>
            <a:rect b="b" l="l" r="r" t="t"/>
            <a:pathLst>
              <a:path extrusionOk="0" h="372" w="426">
                <a:moveTo>
                  <a:pt x="411" y="0"/>
                </a:moveTo>
                <a:cubicBezTo>
                  <a:pt x="90" y="0"/>
                  <a:pt x="90" y="0"/>
                  <a:pt x="90" y="0"/>
                </a:cubicBezTo>
                <a:cubicBezTo>
                  <a:pt x="25" y="0"/>
                  <a:pt x="4" y="61"/>
                  <a:pt x="3" y="64"/>
                </a:cubicBezTo>
                <a:cubicBezTo>
                  <a:pt x="0" y="71"/>
                  <a:pt x="4" y="80"/>
                  <a:pt x="12" y="83"/>
                </a:cubicBezTo>
                <a:cubicBezTo>
                  <a:pt x="14" y="83"/>
                  <a:pt x="15" y="83"/>
                  <a:pt x="17" y="83"/>
                </a:cubicBezTo>
                <a:cubicBezTo>
                  <a:pt x="23" y="83"/>
                  <a:pt x="29" y="80"/>
                  <a:pt x="31" y="73"/>
                </a:cubicBezTo>
                <a:cubicBezTo>
                  <a:pt x="31" y="73"/>
                  <a:pt x="46" y="30"/>
                  <a:pt x="90" y="30"/>
                </a:cubicBezTo>
                <a:cubicBezTo>
                  <a:pt x="131" y="30"/>
                  <a:pt x="131" y="30"/>
                  <a:pt x="131" y="30"/>
                </a:cubicBezTo>
                <a:cubicBezTo>
                  <a:pt x="129" y="83"/>
                  <a:pt x="118" y="274"/>
                  <a:pt x="61" y="334"/>
                </a:cubicBezTo>
                <a:cubicBezTo>
                  <a:pt x="55" y="340"/>
                  <a:pt x="55" y="350"/>
                  <a:pt x="61" y="355"/>
                </a:cubicBezTo>
                <a:cubicBezTo>
                  <a:pt x="64" y="358"/>
                  <a:pt x="68" y="359"/>
                  <a:pt x="72" y="359"/>
                </a:cubicBezTo>
                <a:cubicBezTo>
                  <a:pt x="76" y="359"/>
                  <a:pt x="80" y="358"/>
                  <a:pt x="83" y="355"/>
                </a:cubicBezTo>
                <a:cubicBezTo>
                  <a:pt x="148" y="286"/>
                  <a:pt x="159" y="84"/>
                  <a:pt x="161" y="30"/>
                </a:cubicBezTo>
                <a:cubicBezTo>
                  <a:pt x="272" y="30"/>
                  <a:pt x="272" y="30"/>
                  <a:pt x="272" y="30"/>
                </a:cubicBezTo>
                <a:cubicBezTo>
                  <a:pt x="253" y="270"/>
                  <a:pt x="253" y="270"/>
                  <a:pt x="253" y="270"/>
                </a:cubicBezTo>
                <a:cubicBezTo>
                  <a:pt x="253" y="272"/>
                  <a:pt x="248" y="327"/>
                  <a:pt x="277" y="355"/>
                </a:cubicBezTo>
                <a:cubicBezTo>
                  <a:pt x="289" y="366"/>
                  <a:pt x="304" y="372"/>
                  <a:pt x="322" y="372"/>
                </a:cubicBezTo>
                <a:cubicBezTo>
                  <a:pt x="326" y="372"/>
                  <a:pt x="330" y="372"/>
                  <a:pt x="335" y="371"/>
                </a:cubicBezTo>
                <a:cubicBezTo>
                  <a:pt x="398" y="362"/>
                  <a:pt x="416" y="283"/>
                  <a:pt x="417" y="280"/>
                </a:cubicBezTo>
                <a:cubicBezTo>
                  <a:pt x="419" y="271"/>
                  <a:pt x="414" y="264"/>
                  <a:pt x="406" y="262"/>
                </a:cubicBezTo>
                <a:cubicBezTo>
                  <a:pt x="398" y="260"/>
                  <a:pt x="390" y="265"/>
                  <a:pt x="388" y="273"/>
                </a:cubicBezTo>
                <a:cubicBezTo>
                  <a:pt x="388" y="274"/>
                  <a:pt x="373" y="335"/>
                  <a:pt x="331" y="341"/>
                </a:cubicBezTo>
                <a:cubicBezTo>
                  <a:pt x="316" y="343"/>
                  <a:pt x="306" y="341"/>
                  <a:pt x="298" y="333"/>
                </a:cubicBezTo>
                <a:cubicBezTo>
                  <a:pt x="282" y="318"/>
                  <a:pt x="282" y="284"/>
                  <a:pt x="283" y="272"/>
                </a:cubicBezTo>
                <a:cubicBezTo>
                  <a:pt x="302" y="30"/>
                  <a:pt x="302" y="30"/>
                  <a:pt x="302" y="30"/>
                </a:cubicBezTo>
                <a:cubicBezTo>
                  <a:pt x="411" y="30"/>
                  <a:pt x="411" y="30"/>
                  <a:pt x="411" y="30"/>
                </a:cubicBezTo>
                <a:cubicBezTo>
                  <a:pt x="419" y="30"/>
                  <a:pt x="426" y="24"/>
                  <a:pt x="426" y="15"/>
                </a:cubicBezTo>
                <a:cubicBezTo>
                  <a:pt x="426" y="7"/>
                  <a:pt x="419" y="0"/>
                  <a:pt x="411" y="0"/>
                </a:cubicBezTo>
                <a:close/>
              </a:path>
            </a:pathLst>
          </a:cu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60925" lIns="121875" spcFirstLastPara="1" rIns="121875" wrap="square" tIns="60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0" name="Google Shape;60;p18"/>
          <p:cNvCxnSpPr/>
          <p:nvPr/>
        </p:nvCxnSpPr>
        <p:spPr>
          <a:xfrm>
            <a:off x="1216152" y="5638800"/>
            <a:ext cx="0" cy="12192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1" name="Google Shape;61;p18"/>
          <p:cNvSpPr/>
          <p:nvPr/>
        </p:nvSpPr>
        <p:spPr>
          <a:xfrm>
            <a:off x="11579384" y="0"/>
            <a:ext cx="609441" cy="609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60925" lIns="121875" spcFirstLastPara="1" rIns="121875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18"/>
          <p:cNvSpPr/>
          <p:nvPr/>
        </p:nvSpPr>
        <p:spPr>
          <a:xfrm>
            <a:off x="11274663" y="0"/>
            <a:ext cx="304721" cy="609600"/>
          </a:xfrm>
          <a:prstGeom prst="rect">
            <a:avLst/>
          </a:prstGeom>
          <a:solidFill>
            <a:srgbClr val="6A8093"/>
          </a:solidFill>
          <a:ln>
            <a:noFill/>
          </a:ln>
        </p:spPr>
        <p:txBody>
          <a:bodyPr anchorCtr="0" anchor="ctr" bIns="60925" lIns="121875" spcFirstLastPara="1" rIns="121875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8"/>
          <p:cNvSpPr/>
          <p:nvPr/>
        </p:nvSpPr>
        <p:spPr>
          <a:xfrm>
            <a:off x="1218883" y="0"/>
            <a:ext cx="609441" cy="609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60925" lIns="121875" spcFirstLastPara="1" rIns="121875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18"/>
          <p:cNvSpPr/>
          <p:nvPr/>
        </p:nvSpPr>
        <p:spPr>
          <a:xfrm>
            <a:off x="-2" y="0"/>
            <a:ext cx="1218883" cy="609600"/>
          </a:xfrm>
          <a:prstGeom prst="rect">
            <a:avLst/>
          </a:prstGeom>
          <a:solidFill>
            <a:srgbClr val="6A8093"/>
          </a:solidFill>
          <a:ln>
            <a:noFill/>
          </a:ln>
        </p:spPr>
        <p:txBody>
          <a:bodyPr anchorCtr="0" anchor="ctr" bIns="60925" lIns="121875" spcFirstLastPara="1" rIns="121875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18"/>
          <p:cNvSpPr/>
          <p:nvPr/>
        </p:nvSpPr>
        <p:spPr>
          <a:xfrm>
            <a:off x="0" y="0"/>
            <a:ext cx="12188825" cy="609600"/>
          </a:xfrm>
          <a:prstGeom prst="rect">
            <a:avLst/>
          </a:prstGeom>
          <a:solidFill>
            <a:srgbClr val="6A8093">
              <a:alpha val="49803"/>
            </a:srgbClr>
          </a:solidFill>
          <a:ln>
            <a:noFill/>
          </a:ln>
        </p:spPr>
        <p:txBody>
          <a:bodyPr anchorCtr="0" anchor="ctr" bIns="60925" lIns="121875" spcFirstLastPara="1" rIns="121875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6" name="Google Shape;66;p18"/>
          <p:cNvCxnSpPr/>
          <p:nvPr/>
        </p:nvCxnSpPr>
        <p:spPr>
          <a:xfrm>
            <a:off x="11573293" y="0"/>
            <a:ext cx="0" cy="6096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7" name="Google Shape;67;p18"/>
          <p:cNvSpPr/>
          <p:nvPr/>
        </p:nvSpPr>
        <p:spPr>
          <a:xfrm>
            <a:off x="0" y="0"/>
            <a:ext cx="1216152" cy="609600"/>
          </a:xfrm>
          <a:prstGeom prst="rect">
            <a:avLst/>
          </a:prstGeom>
          <a:solidFill>
            <a:srgbClr val="465562">
              <a:alpha val="74901"/>
            </a:srgbClr>
          </a:solidFill>
          <a:ln>
            <a:noFill/>
          </a:ln>
        </p:spPr>
        <p:txBody>
          <a:bodyPr anchorCtr="0" anchor="ctr" bIns="60925" lIns="121875" spcFirstLastPara="1" rIns="121875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8" name="Google Shape;68;p18"/>
          <p:cNvCxnSpPr/>
          <p:nvPr/>
        </p:nvCxnSpPr>
        <p:spPr>
          <a:xfrm>
            <a:off x="1218884" y="0"/>
            <a:ext cx="0" cy="6096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9" name="Google Shape;69;p18"/>
          <p:cNvSpPr txBox="1"/>
          <p:nvPr>
            <p:ph type="title"/>
          </p:nvPr>
        </p:nvSpPr>
        <p:spPr>
          <a:xfrm>
            <a:off x="1598613" y="1600201"/>
            <a:ext cx="8283272" cy="265406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43F49"/>
              </a:buClr>
              <a:buSzPts val="5400"/>
              <a:buFont typeface="Arial"/>
              <a:buNone/>
              <a:defRPr b="0" sz="54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8"/>
          <p:cNvSpPr txBox="1"/>
          <p:nvPr>
            <p:ph idx="1" type="body"/>
          </p:nvPr>
        </p:nvSpPr>
        <p:spPr>
          <a:xfrm>
            <a:off x="1598613" y="4259996"/>
            <a:ext cx="7264623" cy="11502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92979C"/>
              </a:buClr>
              <a:buSzPts val="1800"/>
              <a:buNone/>
              <a:defRPr sz="1800">
                <a:solidFill>
                  <a:srgbClr val="92979C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92979C"/>
              </a:buClr>
              <a:buSzPts val="1600"/>
              <a:buNone/>
              <a:defRPr sz="1600">
                <a:solidFill>
                  <a:srgbClr val="92979C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92979C"/>
              </a:buClr>
              <a:buSzPts val="1400"/>
              <a:buNone/>
              <a:defRPr sz="1400">
                <a:solidFill>
                  <a:srgbClr val="92979C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92979C"/>
              </a:buClr>
              <a:buSzPts val="1400"/>
              <a:buNone/>
              <a:defRPr sz="1400">
                <a:solidFill>
                  <a:srgbClr val="92979C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92979C"/>
              </a:buClr>
              <a:buSzPts val="1400"/>
              <a:buNone/>
              <a:defRPr sz="1400">
                <a:solidFill>
                  <a:srgbClr val="92979C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92979C"/>
              </a:buClr>
              <a:buSzPts val="1400"/>
              <a:buNone/>
              <a:defRPr sz="1400">
                <a:solidFill>
                  <a:srgbClr val="92979C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92979C"/>
              </a:buClr>
              <a:buSzPts val="1400"/>
              <a:buNone/>
              <a:defRPr sz="1400">
                <a:solidFill>
                  <a:srgbClr val="92979C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92979C"/>
              </a:buClr>
              <a:buSzPts val="1400"/>
              <a:buNone/>
              <a:defRPr sz="1400">
                <a:solidFill>
                  <a:srgbClr val="92979C"/>
                </a:solidFill>
              </a:defRPr>
            </a:lvl9pPr>
          </a:lstStyle>
          <a:p/>
        </p:txBody>
      </p:sp>
      <p:sp>
        <p:nvSpPr>
          <p:cNvPr id="71" name="Google Shape;71;p18"/>
          <p:cNvSpPr txBox="1"/>
          <p:nvPr>
            <p:ph idx="10" type="dt"/>
          </p:nvPr>
        </p:nvSpPr>
        <p:spPr>
          <a:xfrm>
            <a:off x="5180250" y="6356351"/>
            <a:ext cx="121888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8"/>
          <p:cNvSpPr txBox="1"/>
          <p:nvPr>
            <p:ph idx="11" type="ftr"/>
          </p:nvPr>
        </p:nvSpPr>
        <p:spPr>
          <a:xfrm>
            <a:off x="6595933" y="6356351"/>
            <a:ext cx="397406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8"/>
          <p:cNvSpPr txBox="1"/>
          <p:nvPr>
            <p:ph idx="12" type="sldNum"/>
          </p:nvPr>
        </p:nvSpPr>
        <p:spPr>
          <a:xfrm>
            <a:off x="10666571" y="6356351"/>
            <a:ext cx="60944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200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sz="1200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sz="1200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sz="1200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sz="1200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sz="1200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sz="1200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sz="1200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sz="1200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9"/>
          <p:cNvSpPr txBox="1"/>
          <p:nvPr>
            <p:ph type="title"/>
          </p:nvPr>
        </p:nvSpPr>
        <p:spPr>
          <a:xfrm>
            <a:off x="1593436" y="177800"/>
            <a:ext cx="9782801" cy="12398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43F49"/>
              </a:buClr>
              <a:buSzPts val="3600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9"/>
          <p:cNvSpPr txBox="1"/>
          <p:nvPr>
            <p:ph idx="1" type="body"/>
          </p:nvPr>
        </p:nvSpPr>
        <p:spPr>
          <a:xfrm>
            <a:off x="1593436" y="1499616"/>
            <a:ext cx="4818888" cy="93878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0" sz="2400" cap="none"/>
            </a:lvl1pPr>
            <a:lvl2pPr indent="-228600" lvl="1" marL="914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77" name="Google Shape;77;p19"/>
          <p:cNvSpPr txBox="1"/>
          <p:nvPr>
            <p:ph idx="2" type="body"/>
          </p:nvPr>
        </p:nvSpPr>
        <p:spPr>
          <a:xfrm>
            <a:off x="1593436" y="2514706"/>
            <a:ext cx="4814586" cy="36574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400"/>
              <a:buChar char="›"/>
              <a:defRPr sz="2400"/>
            </a:lvl1pPr>
            <a:lvl2pPr indent="-355600" lvl="1" marL="914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›"/>
              <a:defRPr sz="1800"/>
            </a:lvl3pPr>
            <a:lvl4pPr indent="-3302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›"/>
              <a:defRPr sz="1600"/>
            </a:lvl5pPr>
            <a:lvl6pPr indent="-3302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6pPr>
            <a:lvl7pPr indent="-3302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›"/>
              <a:defRPr sz="1600"/>
            </a:lvl7pPr>
            <a:lvl8pPr indent="-3302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8pPr>
            <a:lvl9pPr indent="-330200" lvl="8" marL="411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›"/>
              <a:defRPr sz="1600"/>
            </a:lvl9pPr>
          </a:lstStyle>
          <a:p/>
        </p:txBody>
      </p:sp>
      <p:sp>
        <p:nvSpPr>
          <p:cNvPr id="78" name="Google Shape;78;p19"/>
          <p:cNvSpPr txBox="1"/>
          <p:nvPr>
            <p:ph idx="3" type="body"/>
          </p:nvPr>
        </p:nvSpPr>
        <p:spPr>
          <a:xfrm>
            <a:off x="6557349" y="1499616"/>
            <a:ext cx="4818888" cy="93878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0" sz="2400" cap="none"/>
            </a:lvl1pPr>
            <a:lvl2pPr indent="-228600" lvl="1" marL="914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79" name="Google Shape;79;p19"/>
          <p:cNvSpPr txBox="1"/>
          <p:nvPr>
            <p:ph idx="4" type="body"/>
          </p:nvPr>
        </p:nvSpPr>
        <p:spPr>
          <a:xfrm>
            <a:off x="6557349" y="2514600"/>
            <a:ext cx="4818888" cy="36555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400"/>
              <a:buChar char="›"/>
              <a:defRPr sz="2400"/>
            </a:lvl1pPr>
            <a:lvl2pPr indent="-355600" lvl="1" marL="914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›"/>
              <a:defRPr sz="1800"/>
            </a:lvl3pPr>
            <a:lvl4pPr indent="-3302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›"/>
              <a:defRPr sz="1600"/>
            </a:lvl5pPr>
            <a:lvl6pPr indent="-3302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6pPr>
            <a:lvl7pPr indent="-3302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›"/>
              <a:defRPr sz="1600"/>
            </a:lvl7pPr>
            <a:lvl8pPr indent="-3302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8pPr>
            <a:lvl9pPr indent="-330200" lvl="8" marL="411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›"/>
              <a:defRPr sz="1600"/>
            </a:lvl9pPr>
          </a:lstStyle>
          <a:p/>
        </p:txBody>
      </p:sp>
      <p:sp>
        <p:nvSpPr>
          <p:cNvPr id="80" name="Google Shape;80;p19"/>
          <p:cNvSpPr txBox="1"/>
          <p:nvPr>
            <p:ph idx="10" type="dt"/>
          </p:nvPr>
        </p:nvSpPr>
        <p:spPr>
          <a:xfrm>
            <a:off x="5180250" y="6356351"/>
            <a:ext cx="121888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9"/>
          <p:cNvSpPr txBox="1"/>
          <p:nvPr>
            <p:ph idx="11" type="ftr"/>
          </p:nvPr>
        </p:nvSpPr>
        <p:spPr>
          <a:xfrm>
            <a:off x="6595933" y="6356351"/>
            <a:ext cx="397406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9"/>
          <p:cNvSpPr txBox="1"/>
          <p:nvPr>
            <p:ph idx="12" type="sldNum"/>
          </p:nvPr>
        </p:nvSpPr>
        <p:spPr>
          <a:xfrm>
            <a:off x="10766796" y="6356351"/>
            <a:ext cx="60944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0"/>
          <p:cNvSpPr txBox="1"/>
          <p:nvPr>
            <p:ph type="title"/>
          </p:nvPr>
        </p:nvSpPr>
        <p:spPr>
          <a:xfrm>
            <a:off x="1593436" y="177800"/>
            <a:ext cx="9782801" cy="12398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43F49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20"/>
          <p:cNvSpPr txBox="1"/>
          <p:nvPr>
            <p:ph idx="10" type="dt"/>
          </p:nvPr>
        </p:nvSpPr>
        <p:spPr>
          <a:xfrm>
            <a:off x="5180250" y="6356351"/>
            <a:ext cx="121888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20"/>
          <p:cNvSpPr txBox="1"/>
          <p:nvPr>
            <p:ph idx="11" type="ftr"/>
          </p:nvPr>
        </p:nvSpPr>
        <p:spPr>
          <a:xfrm>
            <a:off x="6595933" y="6356351"/>
            <a:ext cx="397406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20"/>
          <p:cNvSpPr txBox="1"/>
          <p:nvPr>
            <p:ph idx="12" type="sldNum"/>
          </p:nvPr>
        </p:nvSpPr>
        <p:spPr>
          <a:xfrm>
            <a:off x="10766796" y="6356351"/>
            <a:ext cx="60944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showMasterSp="0" type="blank">
  <p:cSld name="BLANK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1"/>
          <p:cNvSpPr/>
          <p:nvPr/>
        </p:nvSpPr>
        <p:spPr>
          <a:xfrm>
            <a:off x="626239" y="0"/>
            <a:ext cx="304721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60925" lIns="121875" spcFirstLastPara="1" rIns="121875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21"/>
          <p:cNvSpPr/>
          <p:nvPr/>
        </p:nvSpPr>
        <p:spPr>
          <a:xfrm>
            <a:off x="0" y="0"/>
            <a:ext cx="609441" cy="6858000"/>
          </a:xfrm>
          <a:prstGeom prst="rect">
            <a:avLst/>
          </a:prstGeom>
          <a:solidFill>
            <a:srgbClr val="6A8093">
              <a:alpha val="89803"/>
            </a:srgbClr>
          </a:solidFill>
          <a:ln>
            <a:noFill/>
          </a:ln>
        </p:spPr>
        <p:txBody>
          <a:bodyPr anchorCtr="0" anchor="ctr" bIns="60925" lIns="121875" spcFirstLastPara="1" rIns="121875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1" name="Google Shape;91;p21"/>
          <p:cNvCxnSpPr/>
          <p:nvPr/>
        </p:nvCxnSpPr>
        <p:spPr>
          <a:xfrm>
            <a:off x="617143" y="0"/>
            <a:ext cx="0" cy="68580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92" name="Google Shape;92;p21"/>
          <p:cNvSpPr/>
          <p:nvPr/>
        </p:nvSpPr>
        <p:spPr>
          <a:xfrm>
            <a:off x="10969942" y="0"/>
            <a:ext cx="922621" cy="6858000"/>
          </a:xfrm>
          <a:prstGeom prst="rect">
            <a:avLst/>
          </a:prstGeom>
          <a:solidFill>
            <a:srgbClr val="6A8093">
              <a:alpha val="86666"/>
            </a:srgbClr>
          </a:solidFill>
          <a:ln>
            <a:noFill/>
          </a:ln>
        </p:spPr>
        <p:txBody>
          <a:bodyPr anchorCtr="0" anchor="ctr" bIns="60925" lIns="121875" spcFirstLastPara="1" rIns="121875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21"/>
          <p:cNvSpPr/>
          <p:nvPr/>
        </p:nvSpPr>
        <p:spPr>
          <a:xfrm>
            <a:off x="11892563" y="0"/>
            <a:ext cx="304721" cy="6858000"/>
          </a:xfrm>
          <a:prstGeom prst="rect">
            <a:avLst/>
          </a:prstGeom>
          <a:solidFill>
            <a:srgbClr val="465562">
              <a:alpha val="89803"/>
            </a:srgbClr>
          </a:solidFill>
          <a:ln>
            <a:noFill/>
          </a:ln>
        </p:spPr>
        <p:txBody>
          <a:bodyPr anchorCtr="0" anchor="ctr" bIns="60925" lIns="121875" spcFirstLastPara="1" rIns="121875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21"/>
          <p:cNvSpPr txBox="1"/>
          <p:nvPr>
            <p:ph idx="10" type="dt"/>
          </p:nvPr>
        </p:nvSpPr>
        <p:spPr>
          <a:xfrm>
            <a:off x="5180250" y="6356351"/>
            <a:ext cx="121888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21"/>
          <p:cNvSpPr txBox="1"/>
          <p:nvPr>
            <p:ph idx="11" type="ftr"/>
          </p:nvPr>
        </p:nvSpPr>
        <p:spPr>
          <a:xfrm>
            <a:off x="6595933" y="6356351"/>
            <a:ext cx="397406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21"/>
          <p:cNvSpPr txBox="1"/>
          <p:nvPr>
            <p:ph idx="12" type="sldNum"/>
          </p:nvPr>
        </p:nvSpPr>
        <p:spPr>
          <a:xfrm>
            <a:off x="10766796" y="6356351"/>
            <a:ext cx="60944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2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sz="12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sz="12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sz="12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sz="12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sz="12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sz="12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sz="12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sz="12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showMasterSp="0" type="objTx">
  <p:cSld name="OBJECT_WITH_CAPTIO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2"/>
          <p:cNvSpPr/>
          <p:nvPr/>
        </p:nvSpPr>
        <p:spPr>
          <a:xfrm>
            <a:off x="621792" y="0"/>
            <a:ext cx="4147717" cy="6858000"/>
          </a:xfrm>
          <a:prstGeom prst="rect">
            <a:avLst/>
          </a:prstGeom>
          <a:solidFill>
            <a:srgbClr val="465562"/>
          </a:solidFill>
          <a:ln>
            <a:noFill/>
          </a:ln>
        </p:spPr>
        <p:txBody>
          <a:bodyPr anchorCtr="0" anchor="ctr" bIns="60925" lIns="121875" spcFirstLastPara="1" rIns="121875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22"/>
          <p:cNvSpPr/>
          <p:nvPr/>
        </p:nvSpPr>
        <p:spPr>
          <a:xfrm>
            <a:off x="0" y="0"/>
            <a:ext cx="609441" cy="6858000"/>
          </a:xfrm>
          <a:prstGeom prst="rect">
            <a:avLst/>
          </a:prstGeom>
          <a:solidFill>
            <a:srgbClr val="6A8093">
              <a:alpha val="89803"/>
            </a:srgbClr>
          </a:solidFill>
          <a:ln>
            <a:noFill/>
          </a:ln>
        </p:spPr>
        <p:txBody>
          <a:bodyPr anchorCtr="0" anchor="ctr" bIns="60925" lIns="121875" spcFirstLastPara="1" rIns="121875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0" name="Google Shape;100;p22"/>
          <p:cNvCxnSpPr/>
          <p:nvPr/>
        </p:nvCxnSpPr>
        <p:spPr>
          <a:xfrm>
            <a:off x="621792" y="0"/>
            <a:ext cx="0" cy="68580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01" name="Google Shape;101;p22"/>
          <p:cNvSpPr/>
          <p:nvPr/>
        </p:nvSpPr>
        <p:spPr>
          <a:xfrm>
            <a:off x="11884104" y="0"/>
            <a:ext cx="304721" cy="6858000"/>
          </a:xfrm>
          <a:prstGeom prst="rect">
            <a:avLst/>
          </a:prstGeom>
          <a:solidFill>
            <a:srgbClr val="465562"/>
          </a:solidFill>
          <a:ln>
            <a:noFill/>
          </a:ln>
        </p:spPr>
        <p:txBody>
          <a:bodyPr anchorCtr="0" anchor="ctr" bIns="60925" lIns="121875" spcFirstLastPara="1" rIns="121875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22"/>
          <p:cNvSpPr txBox="1"/>
          <p:nvPr>
            <p:ph type="title"/>
          </p:nvPr>
        </p:nvSpPr>
        <p:spPr>
          <a:xfrm>
            <a:off x="1074240" y="381000"/>
            <a:ext cx="3293422" cy="1371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b="0" sz="2800" cap="none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22"/>
          <p:cNvSpPr txBox="1"/>
          <p:nvPr>
            <p:ph idx="1" type="body"/>
          </p:nvPr>
        </p:nvSpPr>
        <p:spPr>
          <a:xfrm>
            <a:off x="5180251" y="482600"/>
            <a:ext cx="6195986" cy="56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800"/>
              <a:buChar char="›"/>
              <a:defRPr sz="2800"/>
            </a:lvl1pPr>
            <a:lvl2pPr indent="-381000" lvl="1" marL="914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Char char="›"/>
              <a:defRPr sz="2000"/>
            </a:lvl3pPr>
            <a:lvl4pPr indent="-3429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›"/>
              <a:defRPr sz="1800"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6pPr>
            <a:lvl7pPr indent="-3429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›"/>
              <a:defRPr sz="1800"/>
            </a:lvl7pPr>
            <a:lvl8pPr indent="-3429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8pPr>
            <a:lvl9pPr indent="-342900" lvl="8" marL="411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›"/>
              <a:defRPr sz="1800"/>
            </a:lvl9pPr>
          </a:lstStyle>
          <a:p/>
        </p:txBody>
      </p:sp>
      <p:sp>
        <p:nvSpPr>
          <p:cNvPr id="104" name="Google Shape;104;p22"/>
          <p:cNvSpPr txBox="1"/>
          <p:nvPr>
            <p:ph idx="2" type="body"/>
          </p:nvPr>
        </p:nvSpPr>
        <p:spPr>
          <a:xfrm>
            <a:off x="1074240" y="1828800"/>
            <a:ext cx="3293422" cy="43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05" name="Google Shape;105;p22"/>
          <p:cNvSpPr txBox="1"/>
          <p:nvPr>
            <p:ph idx="10" type="dt"/>
          </p:nvPr>
        </p:nvSpPr>
        <p:spPr>
          <a:xfrm>
            <a:off x="5180250" y="6356351"/>
            <a:ext cx="121888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22"/>
          <p:cNvSpPr txBox="1"/>
          <p:nvPr>
            <p:ph idx="11" type="ftr"/>
          </p:nvPr>
        </p:nvSpPr>
        <p:spPr>
          <a:xfrm>
            <a:off x="6595933" y="6356351"/>
            <a:ext cx="397406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22"/>
          <p:cNvSpPr txBox="1"/>
          <p:nvPr>
            <p:ph idx="12" type="sldNum"/>
          </p:nvPr>
        </p:nvSpPr>
        <p:spPr>
          <a:xfrm>
            <a:off x="10766796" y="6356351"/>
            <a:ext cx="60944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showMasterSp="0" type="picTx">
  <p:cSld name="PICTURE_WITH_CAPTION_TEXT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3"/>
          <p:cNvSpPr/>
          <p:nvPr/>
        </p:nvSpPr>
        <p:spPr>
          <a:xfrm>
            <a:off x="0" y="0"/>
            <a:ext cx="609441" cy="6858000"/>
          </a:xfrm>
          <a:prstGeom prst="rect">
            <a:avLst/>
          </a:prstGeom>
          <a:solidFill>
            <a:srgbClr val="6A8093">
              <a:alpha val="89803"/>
            </a:srgbClr>
          </a:solidFill>
          <a:ln>
            <a:noFill/>
          </a:ln>
        </p:spPr>
        <p:txBody>
          <a:bodyPr anchorCtr="0" anchor="ctr" bIns="60925" lIns="121875" spcFirstLastPara="1" rIns="121875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23"/>
          <p:cNvSpPr/>
          <p:nvPr/>
        </p:nvSpPr>
        <p:spPr>
          <a:xfrm>
            <a:off x="11884104" y="0"/>
            <a:ext cx="304721" cy="6858000"/>
          </a:xfrm>
          <a:prstGeom prst="rect">
            <a:avLst/>
          </a:prstGeom>
          <a:solidFill>
            <a:srgbClr val="465562"/>
          </a:solidFill>
          <a:ln>
            <a:noFill/>
          </a:ln>
        </p:spPr>
        <p:txBody>
          <a:bodyPr anchorCtr="0" anchor="ctr" bIns="60925" lIns="121875" spcFirstLastPara="1" rIns="121875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23"/>
          <p:cNvSpPr/>
          <p:nvPr/>
        </p:nvSpPr>
        <p:spPr>
          <a:xfrm>
            <a:off x="4875530" y="0"/>
            <a:ext cx="7017034" cy="6858000"/>
          </a:xfrm>
          <a:prstGeom prst="rect">
            <a:avLst/>
          </a:prstGeom>
          <a:solidFill>
            <a:srgbClr val="C1CBD3"/>
          </a:solidFill>
          <a:ln>
            <a:noFill/>
          </a:ln>
        </p:spPr>
        <p:txBody>
          <a:bodyPr anchorCtr="0" anchor="ctr" bIns="60925" lIns="121875" spcFirstLastPara="1" rIns="121875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23"/>
          <p:cNvSpPr txBox="1"/>
          <p:nvPr>
            <p:ph type="title"/>
          </p:nvPr>
        </p:nvSpPr>
        <p:spPr>
          <a:xfrm>
            <a:off x="1074240" y="381000"/>
            <a:ext cx="3293422" cy="1371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43F49"/>
              </a:buClr>
              <a:buSzPts val="2800"/>
              <a:buFont typeface="Arial"/>
              <a:buNone/>
              <a:defRPr b="0" sz="2800" cap="none">
                <a:solidFill>
                  <a:srgbClr val="343F49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descr="An empty placeholder to add an image. Click on the placeholder and select the image that you wish to add" id="113" name="Google Shape;113;p23"/>
          <p:cNvSpPr/>
          <p:nvPr>
            <p:ph idx="2" type="pic"/>
          </p:nvPr>
        </p:nvSpPr>
        <p:spPr>
          <a:xfrm>
            <a:off x="5180251" y="482600"/>
            <a:ext cx="6195986" cy="5689600"/>
          </a:xfrm>
          <a:prstGeom prst="rect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4" name="Google Shape;114;p23"/>
          <p:cNvSpPr txBox="1"/>
          <p:nvPr>
            <p:ph idx="1" type="body"/>
          </p:nvPr>
        </p:nvSpPr>
        <p:spPr>
          <a:xfrm>
            <a:off x="1074240" y="1828800"/>
            <a:ext cx="3293422" cy="43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15" name="Google Shape;115;p23"/>
          <p:cNvSpPr txBox="1"/>
          <p:nvPr>
            <p:ph idx="10" type="dt"/>
          </p:nvPr>
        </p:nvSpPr>
        <p:spPr>
          <a:xfrm>
            <a:off x="5180250" y="6356351"/>
            <a:ext cx="121888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1" type="ftr"/>
          </p:nvPr>
        </p:nvSpPr>
        <p:spPr>
          <a:xfrm>
            <a:off x="6595933" y="6356351"/>
            <a:ext cx="397406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23"/>
          <p:cNvSpPr txBox="1"/>
          <p:nvPr>
            <p:ph idx="12" type="sldNum"/>
          </p:nvPr>
        </p:nvSpPr>
        <p:spPr>
          <a:xfrm>
            <a:off x="10766796" y="6356351"/>
            <a:ext cx="60944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200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sz="1200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sz="1200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sz="1200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sz="1200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sz="1200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sz="1200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sz="1200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sz="1200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18" name="Google Shape;118;p23"/>
          <p:cNvCxnSpPr/>
          <p:nvPr/>
        </p:nvCxnSpPr>
        <p:spPr>
          <a:xfrm>
            <a:off x="11879867" y="0"/>
            <a:ext cx="0" cy="68580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type="title"/>
          </p:nvPr>
        </p:nvSpPr>
        <p:spPr>
          <a:xfrm>
            <a:off x="1593436" y="177800"/>
            <a:ext cx="9782801" cy="12398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43F49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24"/>
          <p:cNvSpPr txBox="1"/>
          <p:nvPr>
            <p:ph idx="1" type="body"/>
          </p:nvPr>
        </p:nvSpPr>
        <p:spPr>
          <a:xfrm rot="5400000">
            <a:off x="4198836" y="-1005200"/>
            <a:ext cx="4572000" cy="9782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›"/>
              <a:defRPr/>
            </a:lvl1pPr>
            <a:lvl2pPr indent="-342900" lvl="1" marL="914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›"/>
              <a:defRPr/>
            </a:lvl3pPr>
            <a:lvl4pPr indent="-3429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›"/>
              <a:defRPr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6pPr>
            <a:lvl7pPr indent="-3429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›"/>
              <a:defRPr/>
            </a:lvl7pPr>
            <a:lvl8pPr indent="-3429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8pPr>
            <a:lvl9pPr indent="-342900" lvl="8" marL="411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›"/>
              <a:defRPr/>
            </a:lvl9pPr>
          </a:lstStyle>
          <a:p/>
        </p:txBody>
      </p:sp>
      <p:sp>
        <p:nvSpPr>
          <p:cNvPr id="122" name="Google Shape;122;p24"/>
          <p:cNvSpPr txBox="1"/>
          <p:nvPr>
            <p:ph idx="10" type="dt"/>
          </p:nvPr>
        </p:nvSpPr>
        <p:spPr>
          <a:xfrm>
            <a:off x="5180250" y="6356351"/>
            <a:ext cx="121888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24"/>
          <p:cNvSpPr txBox="1"/>
          <p:nvPr>
            <p:ph idx="11" type="ftr"/>
          </p:nvPr>
        </p:nvSpPr>
        <p:spPr>
          <a:xfrm>
            <a:off x="6595933" y="6356351"/>
            <a:ext cx="397406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4" name="Google Shape;124;p24"/>
          <p:cNvSpPr txBox="1"/>
          <p:nvPr>
            <p:ph idx="12" type="sldNum"/>
          </p:nvPr>
        </p:nvSpPr>
        <p:spPr>
          <a:xfrm>
            <a:off x="10766796" y="6356351"/>
            <a:ext cx="60944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showMasterSp="0" type="vertTitleAndTx">
  <p:cSld name="VERTICAL_TITLE_AND_VERTICAL_TEXT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5"/>
          <p:cNvSpPr/>
          <p:nvPr/>
        </p:nvSpPr>
        <p:spPr>
          <a:xfrm>
            <a:off x="11884104" y="0"/>
            <a:ext cx="304721" cy="6858000"/>
          </a:xfrm>
          <a:prstGeom prst="rect">
            <a:avLst/>
          </a:prstGeom>
          <a:solidFill>
            <a:srgbClr val="465562">
              <a:alpha val="89803"/>
            </a:srgbClr>
          </a:solidFill>
          <a:ln>
            <a:noFill/>
          </a:ln>
        </p:spPr>
        <p:txBody>
          <a:bodyPr anchorCtr="0" anchor="ctr" bIns="60925" lIns="121875" spcFirstLastPara="1" rIns="121875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25"/>
          <p:cNvSpPr/>
          <p:nvPr/>
        </p:nvSpPr>
        <p:spPr>
          <a:xfrm>
            <a:off x="617143" y="0"/>
            <a:ext cx="609441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60925" lIns="121875" spcFirstLastPara="1" rIns="121875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25"/>
          <p:cNvSpPr/>
          <p:nvPr/>
        </p:nvSpPr>
        <p:spPr>
          <a:xfrm>
            <a:off x="0" y="0"/>
            <a:ext cx="609441" cy="6858000"/>
          </a:xfrm>
          <a:prstGeom prst="rect">
            <a:avLst/>
          </a:prstGeom>
          <a:solidFill>
            <a:srgbClr val="6A8093">
              <a:alpha val="87450"/>
            </a:srgbClr>
          </a:solidFill>
          <a:ln>
            <a:noFill/>
          </a:ln>
        </p:spPr>
        <p:txBody>
          <a:bodyPr anchorCtr="0" anchor="ctr" bIns="60925" lIns="121875" spcFirstLastPara="1" rIns="121875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25"/>
          <p:cNvSpPr/>
          <p:nvPr/>
        </p:nvSpPr>
        <p:spPr>
          <a:xfrm>
            <a:off x="617143" y="736219"/>
            <a:ext cx="609441" cy="609600"/>
          </a:xfrm>
          <a:prstGeom prst="rect">
            <a:avLst/>
          </a:prstGeom>
          <a:solidFill>
            <a:srgbClr val="465562">
              <a:alpha val="74901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0" name="Google Shape;130;p25"/>
          <p:cNvCxnSpPr/>
          <p:nvPr/>
        </p:nvCxnSpPr>
        <p:spPr>
          <a:xfrm>
            <a:off x="617143" y="736219"/>
            <a:ext cx="609441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31" name="Google Shape;131;p25"/>
          <p:cNvCxnSpPr/>
          <p:nvPr/>
        </p:nvCxnSpPr>
        <p:spPr>
          <a:xfrm>
            <a:off x="617143" y="1345819"/>
            <a:ext cx="609441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32" name="Google Shape;132;p25"/>
          <p:cNvSpPr/>
          <p:nvPr/>
        </p:nvSpPr>
        <p:spPr>
          <a:xfrm rot="5400000">
            <a:off x="756095" y="898102"/>
            <a:ext cx="336023" cy="294097"/>
          </a:xfrm>
          <a:custGeom>
            <a:rect b="b" l="l" r="r" t="t"/>
            <a:pathLst>
              <a:path extrusionOk="0" h="372" w="426">
                <a:moveTo>
                  <a:pt x="411" y="0"/>
                </a:moveTo>
                <a:cubicBezTo>
                  <a:pt x="90" y="0"/>
                  <a:pt x="90" y="0"/>
                  <a:pt x="90" y="0"/>
                </a:cubicBezTo>
                <a:cubicBezTo>
                  <a:pt x="25" y="0"/>
                  <a:pt x="4" y="61"/>
                  <a:pt x="3" y="64"/>
                </a:cubicBezTo>
                <a:cubicBezTo>
                  <a:pt x="0" y="71"/>
                  <a:pt x="4" y="80"/>
                  <a:pt x="12" y="83"/>
                </a:cubicBezTo>
                <a:cubicBezTo>
                  <a:pt x="14" y="83"/>
                  <a:pt x="15" y="83"/>
                  <a:pt x="17" y="83"/>
                </a:cubicBezTo>
                <a:cubicBezTo>
                  <a:pt x="23" y="83"/>
                  <a:pt x="29" y="80"/>
                  <a:pt x="31" y="73"/>
                </a:cubicBezTo>
                <a:cubicBezTo>
                  <a:pt x="31" y="73"/>
                  <a:pt x="46" y="30"/>
                  <a:pt x="90" y="30"/>
                </a:cubicBezTo>
                <a:cubicBezTo>
                  <a:pt x="131" y="30"/>
                  <a:pt x="131" y="30"/>
                  <a:pt x="131" y="30"/>
                </a:cubicBezTo>
                <a:cubicBezTo>
                  <a:pt x="129" y="83"/>
                  <a:pt x="118" y="274"/>
                  <a:pt x="61" y="334"/>
                </a:cubicBezTo>
                <a:cubicBezTo>
                  <a:pt x="55" y="340"/>
                  <a:pt x="55" y="350"/>
                  <a:pt x="61" y="355"/>
                </a:cubicBezTo>
                <a:cubicBezTo>
                  <a:pt x="64" y="358"/>
                  <a:pt x="68" y="359"/>
                  <a:pt x="72" y="359"/>
                </a:cubicBezTo>
                <a:cubicBezTo>
                  <a:pt x="76" y="359"/>
                  <a:pt x="80" y="358"/>
                  <a:pt x="83" y="355"/>
                </a:cubicBezTo>
                <a:cubicBezTo>
                  <a:pt x="148" y="286"/>
                  <a:pt x="159" y="84"/>
                  <a:pt x="161" y="30"/>
                </a:cubicBezTo>
                <a:cubicBezTo>
                  <a:pt x="272" y="30"/>
                  <a:pt x="272" y="30"/>
                  <a:pt x="272" y="30"/>
                </a:cubicBezTo>
                <a:cubicBezTo>
                  <a:pt x="253" y="270"/>
                  <a:pt x="253" y="270"/>
                  <a:pt x="253" y="270"/>
                </a:cubicBezTo>
                <a:cubicBezTo>
                  <a:pt x="253" y="272"/>
                  <a:pt x="248" y="327"/>
                  <a:pt x="277" y="355"/>
                </a:cubicBezTo>
                <a:cubicBezTo>
                  <a:pt x="289" y="366"/>
                  <a:pt x="304" y="372"/>
                  <a:pt x="322" y="372"/>
                </a:cubicBezTo>
                <a:cubicBezTo>
                  <a:pt x="326" y="372"/>
                  <a:pt x="330" y="372"/>
                  <a:pt x="335" y="371"/>
                </a:cubicBezTo>
                <a:cubicBezTo>
                  <a:pt x="398" y="362"/>
                  <a:pt x="416" y="283"/>
                  <a:pt x="417" y="280"/>
                </a:cubicBezTo>
                <a:cubicBezTo>
                  <a:pt x="419" y="271"/>
                  <a:pt x="414" y="264"/>
                  <a:pt x="406" y="262"/>
                </a:cubicBezTo>
                <a:cubicBezTo>
                  <a:pt x="398" y="260"/>
                  <a:pt x="390" y="265"/>
                  <a:pt x="388" y="273"/>
                </a:cubicBezTo>
                <a:cubicBezTo>
                  <a:pt x="388" y="274"/>
                  <a:pt x="373" y="335"/>
                  <a:pt x="331" y="341"/>
                </a:cubicBezTo>
                <a:cubicBezTo>
                  <a:pt x="316" y="343"/>
                  <a:pt x="306" y="341"/>
                  <a:pt x="298" y="333"/>
                </a:cubicBezTo>
                <a:cubicBezTo>
                  <a:pt x="282" y="318"/>
                  <a:pt x="282" y="284"/>
                  <a:pt x="283" y="272"/>
                </a:cubicBezTo>
                <a:cubicBezTo>
                  <a:pt x="302" y="30"/>
                  <a:pt x="302" y="30"/>
                  <a:pt x="302" y="30"/>
                </a:cubicBezTo>
                <a:cubicBezTo>
                  <a:pt x="411" y="30"/>
                  <a:pt x="411" y="30"/>
                  <a:pt x="411" y="30"/>
                </a:cubicBezTo>
                <a:cubicBezTo>
                  <a:pt x="419" y="30"/>
                  <a:pt x="426" y="24"/>
                  <a:pt x="426" y="15"/>
                </a:cubicBezTo>
                <a:cubicBezTo>
                  <a:pt x="426" y="7"/>
                  <a:pt x="419" y="0"/>
                  <a:pt x="411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3" name="Google Shape;133;p25"/>
          <p:cNvCxnSpPr/>
          <p:nvPr/>
        </p:nvCxnSpPr>
        <p:spPr>
          <a:xfrm>
            <a:off x="617143" y="0"/>
            <a:ext cx="0" cy="68580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34" name="Google Shape;134;p25"/>
          <p:cNvSpPr txBox="1"/>
          <p:nvPr>
            <p:ph type="title"/>
          </p:nvPr>
        </p:nvSpPr>
        <p:spPr>
          <a:xfrm rot="5400000">
            <a:off x="7750175" y="2535237"/>
            <a:ext cx="5486400" cy="178752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43F49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25"/>
          <p:cNvSpPr txBox="1"/>
          <p:nvPr>
            <p:ph idx="1" type="body"/>
          </p:nvPr>
        </p:nvSpPr>
        <p:spPr>
          <a:xfrm rot="5400000">
            <a:off x="2779712" y="-495300"/>
            <a:ext cx="5486400" cy="78485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›"/>
              <a:defRPr/>
            </a:lvl1pPr>
            <a:lvl2pPr indent="-342900" lvl="1" marL="914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›"/>
              <a:defRPr/>
            </a:lvl3pPr>
            <a:lvl4pPr indent="-3429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›"/>
              <a:defRPr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6pPr>
            <a:lvl7pPr indent="-3429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›"/>
              <a:defRPr/>
            </a:lvl7pPr>
            <a:lvl8pPr indent="-3429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8pPr>
            <a:lvl9pPr indent="-342900" lvl="8" marL="411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›"/>
              <a:defRPr/>
            </a:lvl9pPr>
          </a:lstStyle>
          <a:p/>
        </p:txBody>
      </p:sp>
      <p:sp>
        <p:nvSpPr>
          <p:cNvPr id="136" name="Google Shape;136;p25"/>
          <p:cNvSpPr txBox="1"/>
          <p:nvPr>
            <p:ph idx="10" type="dt"/>
          </p:nvPr>
        </p:nvSpPr>
        <p:spPr>
          <a:xfrm>
            <a:off x="5180250" y="6356351"/>
            <a:ext cx="121888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7" name="Google Shape;137;p25"/>
          <p:cNvSpPr txBox="1"/>
          <p:nvPr>
            <p:ph idx="11" type="ftr"/>
          </p:nvPr>
        </p:nvSpPr>
        <p:spPr>
          <a:xfrm>
            <a:off x="6595933" y="6356351"/>
            <a:ext cx="397406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25"/>
          <p:cNvSpPr txBox="1"/>
          <p:nvPr>
            <p:ph idx="12" type="sldNum"/>
          </p:nvPr>
        </p:nvSpPr>
        <p:spPr>
          <a:xfrm>
            <a:off x="10766796" y="6356351"/>
            <a:ext cx="60944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4"/>
          <p:cNvSpPr/>
          <p:nvPr/>
        </p:nvSpPr>
        <p:spPr>
          <a:xfrm>
            <a:off x="11884104" y="0"/>
            <a:ext cx="304721" cy="6858000"/>
          </a:xfrm>
          <a:prstGeom prst="rect">
            <a:avLst/>
          </a:prstGeom>
          <a:solidFill>
            <a:srgbClr val="465562">
              <a:alpha val="89803"/>
            </a:srgbClr>
          </a:solidFill>
          <a:ln>
            <a:noFill/>
          </a:ln>
        </p:spPr>
        <p:txBody>
          <a:bodyPr anchorCtr="0" anchor="ctr" bIns="60925" lIns="121875" spcFirstLastPara="1" rIns="121875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14"/>
          <p:cNvSpPr/>
          <p:nvPr/>
        </p:nvSpPr>
        <p:spPr>
          <a:xfrm>
            <a:off x="617143" y="0"/>
            <a:ext cx="609441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60925" lIns="121875" spcFirstLastPara="1" rIns="121875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14"/>
          <p:cNvSpPr/>
          <p:nvPr/>
        </p:nvSpPr>
        <p:spPr>
          <a:xfrm>
            <a:off x="0" y="0"/>
            <a:ext cx="609441" cy="6858000"/>
          </a:xfrm>
          <a:prstGeom prst="rect">
            <a:avLst/>
          </a:prstGeom>
          <a:solidFill>
            <a:srgbClr val="6A8093">
              <a:alpha val="87450"/>
            </a:srgbClr>
          </a:solidFill>
          <a:ln>
            <a:noFill/>
          </a:ln>
        </p:spPr>
        <p:txBody>
          <a:bodyPr anchorCtr="0" anchor="ctr" bIns="60925" lIns="121875" spcFirstLastPara="1" rIns="121875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p14"/>
          <p:cNvSpPr/>
          <p:nvPr/>
        </p:nvSpPr>
        <p:spPr>
          <a:xfrm>
            <a:off x="617143" y="736219"/>
            <a:ext cx="609441" cy="609600"/>
          </a:xfrm>
          <a:prstGeom prst="rect">
            <a:avLst/>
          </a:prstGeom>
          <a:solidFill>
            <a:srgbClr val="465562">
              <a:alpha val="74901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" name="Google Shape;14;p14"/>
          <p:cNvCxnSpPr/>
          <p:nvPr/>
        </p:nvCxnSpPr>
        <p:spPr>
          <a:xfrm>
            <a:off x="617143" y="736219"/>
            <a:ext cx="609441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5" name="Google Shape;15;p14"/>
          <p:cNvCxnSpPr/>
          <p:nvPr/>
        </p:nvCxnSpPr>
        <p:spPr>
          <a:xfrm>
            <a:off x="617143" y="1345819"/>
            <a:ext cx="609441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6" name="Google Shape;16;p14"/>
          <p:cNvSpPr/>
          <p:nvPr/>
        </p:nvSpPr>
        <p:spPr>
          <a:xfrm>
            <a:off x="756095" y="898102"/>
            <a:ext cx="336023" cy="294097"/>
          </a:xfrm>
          <a:custGeom>
            <a:rect b="b" l="l" r="r" t="t"/>
            <a:pathLst>
              <a:path extrusionOk="0" h="372" w="426">
                <a:moveTo>
                  <a:pt x="411" y="0"/>
                </a:moveTo>
                <a:cubicBezTo>
                  <a:pt x="90" y="0"/>
                  <a:pt x="90" y="0"/>
                  <a:pt x="90" y="0"/>
                </a:cubicBezTo>
                <a:cubicBezTo>
                  <a:pt x="25" y="0"/>
                  <a:pt x="4" y="61"/>
                  <a:pt x="3" y="64"/>
                </a:cubicBezTo>
                <a:cubicBezTo>
                  <a:pt x="0" y="71"/>
                  <a:pt x="4" y="80"/>
                  <a:pt x="12" y="83"/>
                </a:cubicBezTo>
                <a:cubicBezTo>
                  <a:pt x="14" y="83"/>
                  <a:pt x="15" y="83"/>
                  <a:pt x="17" y="83"/>
                </a:cubicBezTo>
                <a:cubicBezTo>
                  <a:pt x="23" y="83"/>
                  <a:pt x="29" y="80"/>
                  <a:pt x="31" y="73"/>
                </a:cubicBezTo>
                <a:cubicBezTo>
                  <a:pt x="31" y="73"/>
                  <a:pt x="46" y="30"/>
                  <a:pt x="90" y="30"/>
                </a:cubicBezTo>
                <a:cubicBezTo>
                  <a:pt x="131" y="30"/>
                  <a:pt x="131" y="30"/>
                  <a:pt x="131" y="30"/>
                </a:cubicBezTo>
                <a:cubicBezTo>
                  <a:pt x="129" y="83"/>
                  <a:pt x="118" y="274"/>
                  <a:pt x="61" y="334"/>
                </a:cubicBezTo>
                <a:cubicBezTo>
                  <a:pt x="55" y="340"/>
                  <a:pt x="55" y="350"/>
                  <a:pt x="61" y="355"/>
                </a:cubicBezTo>
                <a:cubicBezTo>
                  <a:pt x="64" y="358"/>
                  <a:pt x="68" y="359"/>
                  <a:pt x="72" y="359"/>
                </a:cubicBezTo>
                <a:cubicBezTo>
                  <a:pt x="76" y="359"/>
                  <a:pt x="80" y="358"/>
                  <a:pt x="83" y="355"/>
                </a:cubicBezTo>
                <a:cubicBezTo>
                  <a:pt x="148" y="286"/>
                  <a:pt x="159" y="84"/>
                  <a:pt x="161" y="30"/>
                </a:cubicBezTo>
                <a:cubicBezTo>
                  <a:pt x="272" y="30"/>
                  <a:pt x="272" y="30"/>
                  <a:pt x="272" y="30"/>
                </a:cubicBezTo>
                <a:cubicBezTo>
                  <a:pt x="253" y="270"/>
                  <a:pt x="253" y="270"/>
                  <a:pt x="253" y="270"/>
                </a:cubicBezTo>
                <a:cubicBezTo>
                  <a:pt x="253" y="272"/>
                  <a:pt x="248" y="327"/>
                  <a:pt x="277" y="355"/>
                </a:cubicBezTo>
                <a:cubicBezTo>
                  <a:pt x="289" y="366"/>
                  <a:pt x="304" y="372"/>
                  <a:pt x="322" y="372"/>
                </a:cubicBezTo>
                <a:cubicBezTo>
                  <a:pt x="326" y="372"/>
                  <a:pt x="330" y="372"/>
                  <a:pt x="335" y="371"/>
                </a:cubicBezTo>
                <a:cubicBezTo>
                  <a:pt x="398" y="362"/>
                  <a:pt x="416" y="283"/>
                  <a:pt x="417" y="280"/>
                </a:cubicBezTo>
                <a:cubicBezTo>
                  <a:pt x="419" y="271"/>
                  <a:pt x="414" y="264"/>
                  <a:pt x="406" y="262"/>
                </a:cubicBezTo>
                <a:cubicBezTo>
                  <a:pt x="398" y="260"/>
                  <a:pt x="390" y="265"/>
                  <a:pt x="388" y="273"/>
                </a:cubicBezTo>
                <a:cubicBezTo>
                  <a:pt x="388" y="274"/>
                  <a:pt x="373" y="335"/>
                  <a:pt x="331" y="341"/>
                </a:cubicBezTo>
                <a:cubicBezTo>
                  <a:pt x="316" y="343"/>
                  <a:pt x="306" y="341"/>
                  <a:pt x="298" y="333"/>
                </a:cubicBezTo>
                <a:cubicBezTo>
                  <a:pt x="282" y="318"/>
                  <a:pt x="282" y="284"/>
                  <a:pt x="283" y="272"/>
                </a:cubicBezTo>
                <a:cubicBezTo>
                  <a:pt x="302" y="30"/>
                  <a:pt x="302" y="30"/>
                  <a:pt x="302" y="30"/>
                </a:cubicBezTo>
                <a:cubicBezTo>
                  <a:pt x="411" y="30"/>
                  <a:pt x="411" y="30"/>
                  <a:pt x="411" y="30"/>
                </a:cubicBezTo>
                <a:cubicBezTo>
                  <a:pt x="419" y="30"/>
                  <a:pt x="426" y="24"/>
                  <a:pt x="426" y="15"/>
                </a:cubicBezTo>
                <a:cubicBezTo>
                  <a:pt x="426" y="7"/>
                  <a:pt x="419" y="0"/>
                  <a:pt x="411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" name="Google Shape;17;p14"/>
          <p:cNvCxnSpPr/>
          <p:nvPr/>
        </p:nvCxnSpPr>
        <p:spPr>
          <a:xfrm>
            <a:off x="617143" y="0"/>
            <a:ext cx="0" cy="68580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8" name="Google Shape;18;p14"/>
          <p:cNvSpPr txBox="1"/>
          <p:nvPr>
            <p:ph type="title"/>
          </p:nvPr>
        </p:nvSpPr>
        <p:spPr>
          <a:xfrm>
            <a:off x="1593436" y="177800"/>
            <a:ext cx="9782801" cy="12398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43F49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343F49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9" name="Google Shape;19;p14"/>
          <p:cNvSpPr txBox="1"/>
          <p:nvPr>
            <p:ph idx="1" type="body"/>
          </p:nvPr>
        </p:nvSpPr>
        <p:spPr>
          <a:xfrm>
            <a:off x="1593436" y="1600200"/>
            <a:ext cx="9782801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›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›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›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›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›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0" name="Google Shape;20;p14"/>
          <p:cNvSpPr txBox="1"/>
          <p:nvPr>
            <p:ph idx="10" type="dt"/>
          </p:nvPr>
        </p:nvSpPr>
        <p:spPr>
          <a:xfrm>
            <a:off x="5180250" y="6356351"/>
            <a:ext cx="121888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1" name="Google Shape;21;p14"/>
          <p:cNvSpPr txBox="1"/>
          <p:nvPr>
            <p:ph idx="11" type="ftr"/>
          </p:nvPr>
        </p:nvSpPr>
        <p:spPr>
          <a:xfrm>
            <a:off x="6595933" y="6356351"/>
            <a:ext cx="397406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200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2" name="Google Shape;22;p14"/>
          <p:cNvSpPr txBox="1"/>
          <p:nvPr>
            <p:ph idx="12" type="sldNum"/>
          </p:nvPr>
        </p:nvSpPr>
        <p:spPr>
          <a:xfrm>
            <a:off x="10766796" y="6356351"/>
            <a:ext cx="60944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sz="1200" u="non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sz="1200" u="non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sz="1200" u="non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sz="1200" u="non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sz="1200" u="non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sz="1200" u="non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sz="1200" u="non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sz="1200" u="non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sz="1200" u="non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2160">
          <p15:clr>
            <a:srgbClr val="F26B43"/>
          </p15:clr>
        </p15:guide>
        <p15:guide id="2" pos="3839">
          <p15:clr>
            <a:srgbClr val="F26B43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"/>
          <p:cNvSpPr txBox="1"/>
          <p:nvPr>
            <p:ph type="ctrTitle"/>
          </p:nvPr>
        </p:nvSpPr>
        <p:spPr>
          <a:xfrm>
            <a:off x="2428669" y="1600200"/>
            <a:ext cx="8329031" cy="268012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43F49"/>
              </a:buClr>
              <a:buSzPts val="5400"/>
              <a:buFont typeface="Arial"/>
              <a:buNone/>
            </a:pPr>
            <a:r>
              <a:rPr lang="en-US"/>
              <a:t>Python 2. Math</a:t>
            </a:r>
            <a:endParaRPr/>
          </a:p>
        </p:txBody>
      </p:sp>
      <p:sp>
        <p:nvSpPr>
          <p:cNvPr id="144" name="Google Shape;144;p1"/>
          <p:cNvSpPr txBox="1"/>
          <p:nvPr>
            <p:ph idx="1" type="subTitle"/>
          </p:nvPr>
        </p:nvSpPr>
        <p:spPr>
          <a:xfrm>
            <a:off x="2428669" y="4344915"/>
            <a:ext cx="7516442" cy="11160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윤지노 학생</a:t>
            </a:r>
            <a:endParaRPr/>
          </a:p>
        </p:txBody>
      </p:sp>
      <p:sp>
        <p:nvSpPr>
          <p:cNvPr id="145" name="Google Shape;145;p1"/>
          <p:cNvSpPr txBox="1"/>
          <p:nvPr/>
        </p:nvSpPr>
        <p:spPr>
          <a:xfrm>
            <a:off x="8686700" y="6093296"/>
            <a:ext cx="2736304" cy="5674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Daniel Ahn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"/>
          <p:cNvSpPr txBox="1"/>
          <p:nvPr>
            <p:ph type="title"/>
          </p:nvPr>
        </p:nvSpPr>
        <p:spPr>
          <a:xfrm>
            <a:off x="1593436" y="177800"/>
            <a:ext cx="9782801" cy="12398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43F49"/>
              </a:buClr>
              <a:buSzPts val="3600"/>
              <a:buFont typeface="Arial"/>
              <a:buNone/>
            </a:pPr>
            <a:r>
              <a:rPr lang="en-US"/>
              <a:t>Review</a:t>
            </a:r>
            <a:endParaRPr/>
          </a:p>
        </p:txBody>
      </p:sp>
      <p:sp>
        <p:nvSpPr>
          <p:cNvPr id="151" name="Google Shape;151;p2"/>
          <p:cNvSpPr txBox="1"/>
          <p:nvPr>
            <p:ph idx="1" type="body"/>
          </p:nvPr>
        </p:nvSpPr>
        <p:spPr>
          <a:xfrm>
            <a:off x="1593436" y="1600200"/>
            <a:ext cx="9782800" cy="50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46888" lvl="0" marL="246888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›"/>
            </a:pPr>
            <a:r>
              <a:rPr lang="en-US"/>
              <a:t> E1. Print your name</a:t>
            </a:r>
            <a:endParaRPr/>
          </a:p>
          <a:p>
            <a:pPr indent="-246888" lvl="0" marL="246888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800"/>
              <a:buChar char="›"/>
            </a:pPr>
            <a:r>
              <a:rPr lang="en-US"/>
              <a:t> E2. Print your age</a:t>
            </a:r>
            <a:endParaRPr/>
          </a:p>
          <a:p>
            <a:pPr indent="-246888" lvl="0" marL="246888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800"/>
              <a:buChar char="›"/>
            </a:pPr>
            <a:r>
              <a:rPr lang="en-US"/>
              <a:t> E3. Print your name and age</a:t>
            </a:r>
            <a:endParaRPr/>
          </a:p>
          <a:p>
            <a:pPr indent="-246888" lvl="0" marL="246888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800"/>
              <a:buChar char="›"/>
            </a:pPr>
            <a:r>
              <a:rPr lang="en-US"/>
              <a:t> E4. Make variables: 4 types (</a:t>
            </a:r>
            <a:r>
              <a:rPr lang="en-US"/>
              <a:t>string, </a:t>
            </a:r>
            <a:r>
              <a:rPr lang="en-US"/>
              <a:t>int, float, boolean)</a:t>
            </a:r>
            <a:endParaRPr/>
          </a:p>
          <a:p>
            <a:pPr indent="-246888" lvl="0" marL="246888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800"/>
              <a:buChar char="›"/>
            </a:pPr>
            <a:r>
              <a:rPr lang="en-US"/>
              <a:t> E5. Print whether you are adult using boolean</a:t>
            </a:r>
            <a:endParaRPr/>
          </a:p>
          <a:p>
            <a:pPr indent="-246888" lvl="0" marL="246888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800"/>
              <a:buChar char="›"/>
            </a:pPr>
            <a:r>
              <a:rPr lang="en-US"/>
              <a:t> E6. Add comments (single/multi-line)</a:t>
            </a:r>
            <a:endParaRPr/>
          </a:p>
          <a:p>
            <a:pPr indent="-246888" lvl="0" marL="246888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800"/>
              <a:buChar char="›"/>
            </a:pPr>
            <a:r>
              <a:rPr lang="en-US"/>
              <a:t> E7. Print types (type())</a:t>
            </a:r>
            <a:endParaRPr/>
          </a:p>
          <a:p>
            <a:pPr indent="-246888" lvl="0" marL="246888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800"/>
              <a:buChar char="›"/>
            </a:pPr>
            <a:r>
              <a:rPr lang="en-US"/>
              <a:t> E8. Print with \n \t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3"/>
          <p:cNvSpPr txBox="1"/>
          <p:nvPr>
            <p:ph type="title"/>
          </p:nvPr>
        </p:nvSpPr>
        <p:spPr>
          <a:xfrm>
            <a:off x="1593436" y="177800"/>
            <a:ext cx="9782801" cy="12398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43F49"/>
              </a:buClr>
              <a:buSzPts val="3600"/>
              <a:buFont typeface="Arial"/>
              <a:buNone/>
            </a:pPr>
            <a:r>
              <a:rPr lang="en-US"/>
              <a:t>Arithmetic</a:t>
            </a:r>
            <a:r>
              <a:rPr lang="en-US"/>
              <a:t> Operators</a:t>
            </a:r>
            <a:endParaRPr/>
          </a:p>
        </p:txBody>
      </p:sp>
      <p:graphicFrame>
        <p:nvGraphicFramePr>
          <p:cNvPr id="157" name="Google Shape;157;p3"/>
          <p:cNvGraphicFramePr/>
          <p:nvPr/>
        </p:nvGraphicFramePr>
        <p:xfrm>
          <a:off x="1736843" y="155679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{F2473766-75C7-4FBD-81AA-E4DE8C9E94CB}</a:tableStyleId>
              </a:tblPr>
              <a:tblGrid>
                <a:gridCol w="2530625"/>
                <a:gridCol w="3542825"/>
                <a:gridCol w="3036650"/>
              </a:tblGrid>
              <a:tr h="549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Operator</a:t>
                      </a:r>
                      <a:endParaRPr/>
                    </a:p>
                  </a:txBody>
                  <a:tcPr marT="76200" marB="76200" marR="76200" marL="1524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Name</a:t>
                      </a:r>
                      <a:endParaRPr/>
                    </a:p>
                  </a:txBody>
                  <a:tcPr marT="76200" marB="76200" marR="76200" marL="762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Example</a:t>
                      </a:r>
                      <a:endParaRPr/>
                    </a:p>
                  </a:txBody>
                  <a:tcPr marT="76200" marB="76200" marR="76200" marL="762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49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+</a:t>
                      </a:r>
                      <a:endParaRPr/>
                    </a:p>
                  </a:txBody>
                  <a:tcPr marT="76200" marB="76200" marR="76200" marL="1524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Addition</a:t>
                      </a:r>
                      <a:endParaRPr/>
                    </a:p>
                  </a:txBody>
                  <a:tcPr marT="76200" marB="76200" marR="76200" marL="762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x + y</a:t>
                      </a:r>
                      <a:endParaRPr/>
                    </a:p>
                  </a:txBody>
                  <a:tcPr marT="76200" marB="76200" marR="76200" marL="762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9EB"/>
                    </a:solidFill>
                  </a:tcPr>
                </a:tc>
              </a:tr>
              <a:tr h="549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-</a:t>
                      </a:r>
                      <a:endParaRPr/>
                    </a:p>
                  </a:txBody>
                  <a:tcPr marT="76200" marB="76200" marR="76200" marL="1524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Subtraction</a:t>
                      </a:r>
                      <a:endParaRPr/>
                    </a:p>
                  </a:txBody>
                  <a:tcPr marT="76200" marB="76200" marR="76200" marL="762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x - y</a:t>
                      </a:r>
                      <a:endParaRPr/>
                    </a:p>
                  </a:txBody>
                  <a:tcPr marT="76200" marB="76200" marR="76200" marL="762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49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*</a:t>
                      </a:r>
                      <a:endParaRPr/>
                    </a:p>
                  </a:txBody>
                  <a:tcPr marT="76200" marB="76200" marR="76200" marL="1524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Multiplication</a:t>
                      </a:r>
                      <a:endParaRPr/>
                    </a:p>
                  </a:txBody>
                  <a:tcPr marT="76200" marB="76200" marR="76200" marL="762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x * y</a:t>
                      </a:r>
                      <a:endParaRPr/>
                    </a:p>
                  </a:txBody>
                  <a:tcPr marT="76200" marB="76200" marR="76200" marL="762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9EB"/>
                    </a:solidFill>
                  </a:tcPr>
                </a:tc>
              </a:tr>
              <a:tr h="549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/</a:t>
                      </a:r>
                      <a:endParaRPr/>
                    </a:p>
                  </a:txBody>
                  <a:tcPr marT="76200" marB="76200" marR="76200" marL="1524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Division</a:t>
                      </a:r>
                      <a:endParaRPr/>
                    </a:p>
                  </a:txBody>
                  <a:tcPr marT="76200" marB="76200" marR="76200" marL="762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x / y</a:t>
                      </a:r>
                      <a:endParaRPr/>
                    </a:p>
                  </a:txBody>
                  <a:tcPr marT="76200" marB="76200" marR="76200" marL="762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49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%</a:t>
                      </a:r>
                      <a:endParaRPr/>
                    </a:p>
                  </a:txBody>
                  <a:tcPr marT="76200" marB="76200" marR="76200" marL="1524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Modulus</a:t>
                      </a:r>
                      <a:endParaRPr/>
                    </a:p>
                  </a:txBody>
                  <a:tcPr marT="76200" marB="76200" marR="76200" marL="762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x % y</a:t>
                      </a:r>
                      <a:endParaRPr/>
                    </a:p>
                  </a:txBody>
                  <a:tcPr marT="76200" marB="76200" marR="76200" marL="762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9EB"/>
                    </a:solidFill>
                  </a:tcPr>
                </a:tc>
              </a:tr>
              <a:tr h="549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**</a:t>
                      </a:r>
                      <a:endParaRPr/>
                    </a:p>
                  </a:txBody>
                  <a:tcPr marT="76200" marB="76200" marR="76200" marL="1524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Exponentiation</a:t>
                      </a:r>
                      <a:endParaRPr/>
                    </a:p>
                  </a:txBody>
                  <a:tcPr marT="76200" marB="76200" marR="76200" marL="762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x ** y</a:t>
                      </a:r>
                      <a:endParaRPr/>
                    </a:p>
                  </a:txBody>
                  <a:tcPr marT="76200" marB="76200" marR="76200" marL="762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49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//</a:t>
                      </a:r>
                      <a:endParaRPr/>
                    </a:p>
                  </a:txBody>
                  <a:tcPr marT="76200" marB="76200" marR="76200" marL="1524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Floor division </a:t>
                      </a:r>
                      <a:endParaRPr/>
                    </a:p>
                  </a:txBody>
                  <a:tcPr marT="76200" marB="76200" marR="76200" marL="762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x // y</a:t>
                      </a:r>
                      <a:endParaRPr/>
                    </a:p>
                  </a:txBody>
                  <a:tcPr marT="76200" marB="76200" marR="76200" marL="762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9E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4"/>
          <p:cNvSpPr txBox="1"/>
          <p:nvPr>
            <p:ph type="title"/>
          </p:nvPr>
        </p:nvSpPr>
        <p:spPr>
          <a:xfrm>
            <a:off x="1593436" y="177800"/>
            <a:ext cx="9782801" cy="12398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43F49"/>
              </a:buClr>
              <a:buSzPts val="3600"/>
              <a:buFont typeface="Arial"/>
              <a:buNone/>
            </a:pPr>
            <a:r>
              <a:rPr lang="en-US"/>
              <a:t>Math</a:t>
            </a:r>
            <a:endParaRPr/>
          </a:p>
        </p:txBody>
      </p:sp>
      <p:sp>
        <p:nvSpPr>
          <p:cNvPr id="163" name="Google Shape;163;p4"/>
          <p:cNvSpPr txBox="1"/>
          <p:nvPr>
            <p:ph idx="1" type="body"/>
          </p:nvPr>
        </p:nvSpPr>
        <p:spPr>
          <a:xfrm>
            <a:off x="1593436" y="1600200"/>
            <a:ext cx="9782800" cy="50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46888" lvl="0" marL="246888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›"/>
            </a:pPr>
            <a:r>
              <a:rPr lang="en-US"/>
              <a:t>pow (2,3) == 2**3</a:t>
            </a:r>
            <a:endParaRPr/>
          </a:p>
          <a:p>
            <a:pPr indent="-246888" lvl="0" marL="246888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800"/>
              <a:buChar char="›"/>
            </a:pPr>
            <a:r>
              <a:rPr lang="en-US"/>
              <a:t>min(2,1), max (2,3)</a:t>
            </a:r>
            <a:endParaRPr/>
          </a:p>
          <a:p>
            <a:pPr indent="-246888" lvl="0" marL="246888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800"/>
              <a:buChar char="›"/>
            </a:pPr>
            <a:r>
              <a:rPr lang="en-US"/>
              <a:t>abs(-5) -&gt; 5</a:t>
            </a:r>
            <a:endParaRPr/>
          </a:p>
          <a:p>
            <a:pPr indent="-246888" lvl="0" marL="246888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800"/>
              <a:buChar char="›"/>
            </a:pPr>
            <a:r>
              <a:rPr lang="en-US"/>
              <a:t>round(3.5) -&gt; 4, round(3.145) -&gt; 3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e51b16df3f_0_0"/>
          <p:cNvSpPr txBox="1"/>
          <p:nvPr>
            <p:ph type="title"/>
          </p:nvPr>
        </p:nvSpPr>
        <p:spPr>
          <a:xfrm>
            <a:off x="1593436" y="177800"/>
            <a:ext cx="9782700" cy="1239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43F49"/>
              </a:buClr>
              <a:buSzPts val="3600"/>
              <a:buFont typeface="Arial"/>
              <a:buNone/>
            </a:pPr>
            <a:r>
              <a:rPr lang="en-US"/>
              <a:t>Assignment Operators</a:t>
            </a:r>
            <a:endParaRPr/>
          </a:p>
        </p:txBody>
      </p:sp>
      <p:sp>
        <p:nvSpPr>
          <p:cNvPr id="169" name="Google Shape;169;ge51b16df3f_0_0"/>
          <p:cNvSpPr txBox="1"/>
          <p:nvPr>
            <p:ph idx="1" type="body"/>
          </p:nvPr>
        </p:nvSpPr>
        <p:spPr>
          <a:xfrm>
            <a:off x="1593436" y="1600200"/>
            <a:ext cx="9782700" cy="507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46888" lvl="0" marL="246888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›"/>
            </a:pPr>
            <a:r>
              <a:rPr lang="en-US"/>
              <a:t>a = a + 1 → </a:t>
            </a:r>
            <a:r>
              <a:rPr lang="en-US"/>
              <a:t>a += 1</a:t>
            </a:r>
            <a:endParaRPr/>
          </a:p>
          <a:p>
            <a:pPr indent="-246888" lvl="0" marL="246888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800"/>
              <a:buChar char="›"/>
            </a:pPr>
            <a:r>
              <a:rPr lang="en-US"/>
              <a:t>a = a - 1  → a -= 1</a:t>
            </a:r>
            <a:endParaRPr/>
          </a:p>
          <a:p>
            <a:pPr indent="-246888" lvl="0" marL="246888" rtl="0" algn="l">
              <a:spcBef>
                <a:spcPts val="1400"/>
              </a:spcBef>
              <a:spcAft>
                <a:spcPts val="0"/>
              </a:spcAft>
              <a:buSzPts val="2800"/>
              <a:buChar char="›"/>
            </a:pPr>
            <a:r>
              <a:rPr lang="en-US"/>
              <a:t>a = a * 1  → a *= 1</a:t>
            </a:r>
            <a:endParaRPr/>
          </a:p>
          <a:p>
            <a:pPr indent="-246888" lvl="0" marL="246888" rtl="0" algn="l">
              <a:spcBef>
                <a:spcPts val="1400"/>
              </a:spcBef>
              <a:spcAft>
                <a:spcPts val="0"/>
              </a:spcAft>
              <a:buSzPts val="2800"/>
              <a:buChar char="›"/>
            </a:pPr>
            <a:r>
              <a:rPr lang="en-US"/>
              <a:t>a = a / 1  → a /= 1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5"/>
          <p:cNvSpPr txBox="1"/>
          <p:nvPr>
            <p:ph type="title"/>
          </p:nvPr>
        </p:nvSpPr>
        <p:spPr>
          <a:xfrm>
            <a:off x="1593436" y="177800"/>
            <a:ext cx="9782801" cy="12398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43F49"/>
              </a:buClr>
              <a:buSzPts val="3600"/>
              <a:buFont typeface="Arial"/>
              <a:buNone/>
            </a:pPr>
            <a:r>
              <a:rPr lang="en-US"/>
              <a:t>Exercises</a:t>
            </a:r>
            <a:endParaRPr/>
          </a:p>
        </p:txBody>
      </p:sp>
      <p:sp>
        <p:nvSpPr>
          <p:cNvPr id="175" name="Google Shape;175;p5"/>
          <p:cNvSpPr txBox="1"/>
          <p:nvPr>
            <p:ph idx="1" type="body"/>
          </p:nvPr>
        </p:nvSpPr>
        <p:spPr>
          <a:xfrm>
            <a:off x="1593436" y="1600200"/>
            <a:ext cx="9782800" cy="50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46888" lvl="0" marL="246888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›"/>
            </a:pPr>
            <a:r>
              <a:rPr lang="en-US"/>
              <a:t>Calculate with 2 numbers: a=4, b=2</a:t>
            </a:r>
            <a:endParaRPr/>
          </a:p>
          <a:p>
            <a:pPr indent="-246888" lvl="1" marL="612648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/>
              <a:t>addition, subtraction, multiplication, division</a:t>
            </a:r>
            <a:endParaRPr/>
          </a:p>
          <a:p>
            <a:pPr indent="-246888" lvl="1" marL="612648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/>
              <a:t>modulus, exponentiation, floor division</a:t>
            </a:r>
            <a:endParaRPr/>
          </a:p>
          <a:p>
            <a:pPr indent="-246888" lvl="0" marL="246888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800"/>
              <a:buChar char="›"/>
            </a:pPr>
            <a:r>
              <a:rPr lang="en-US"/>
              <a:t>Make c=-2.27 absolute value and round it up</a:t>
            </a:r>
            <a:endParaRPr/>
          </a:p>
          <a:p>
            <a:pPr indent="-246888" lvl="1" marL="612648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/>
              <a:t>absolute, round</a:t>
            </a:r>
            <a:endParaRPr/>
          </a:p>
          <a:p>
            <a:pPr indent="-246888" lvl="0" marL="246888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800"/>
              <a:buChar char="›"/>
            </a:pPr>
            <a:r>
              <a:rPr lang="en-US"/>
              <a:t>Find maximum number and minimum number out of a, b, c, d</a:t>
            </a:r>
            <a:endParaRPr/>
          </a:p>
          <a:p>
            <a:pPr indent="-94488" lvl="1" marL="612648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6"/>
          <p:cNvSpPr txBox="1"/>
          <p:nvPr>
            <p:ph type="title"/>
          </p:nvPr>
        </p:nvSpPr>
        <p:spPr>
          <a:xfrm>
            <a:off x="1593436" y="177800"/>
            <a:ext cx="9782801" cy="12398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43F49"/>
              </a:buClr>
              <a:buSzPts val="3600"/>
              <a:buFont typeface="Arial"/>
              <a:buNone/>
            </a:pPr>
            <a:r>
              <a:rPr lang="en-US"/>
              <a:t>Math</a:t>
            </a:r>
            <a:endParaRPr/>
          </a:p>
        </p:txBody>
      </p:sp>
      <p:sp>
        <p:nvSpPr>
          <p:cNvPr id="181" name="Google Shape;181;p6"/>
          <p:cNvSpPr txBox="1"/>
          <p:nvPr>
            <p:ph idx="1" type="body"/>
          </p:nvPr>
        </p:nvSpPr>
        <p:spPr>
          <a:xfrm>
            <a:off x="1593436" y="1600200"/>
            <a:ext cx="9782800" cy="50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46888" lvl="0" marL="246888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›"/>
            </a:pPr>
            <a:r>
              <a:rPr b="1" lang="en-US"/>
              <a:t>from </a:t>
            </a:r>
            <a:r>
              <a:rPr b="1" lang="en-US">
                <a:solidFill>
                  <a:srgbClr val="FF0000"/>
                </a:solidFill>
              </a:rPr>
              <a:t>math</a:t>
            </a:r>
            <a:r>
              <a:rPr b="1" lang="en-US"/>
              <a:t> import *</a:t>
            </a:r>
            <a:endParaRPr/>
          </a:p>
          <a:p>
            <a:pPr indent="-246888" lvl="0" marL="246888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800"/>
              <a:buChar char="›"/>
            </a:pPr>
            <a:r>
              <a:rPr lang="en-US"/>
              <a:t>ceil(3.14)</a:t>
            </a:r>
            <a:endParaRPr/>
          </a:p>
          <a:p>
            <a:pPr indent="-246888" lvl="0" marL="246888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800"/>
              <a:buChar char="›"/>
            </a:pPr>
            <a:r>
              <a:rPr lang="en-US"/>
              <a:t>floor(4.99)</a:t>
            </a:r>
            <a:endParaRPr/>
          </a:p>
          <a:p>
            <a:pPr indent="-246888" lvl="0" marL="246888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800"/>
              <a:buChar char="›"/>
            </a:pPr>
            <a:r>
              <a:rPr lang="en-US"/>
              <a:t>sqrt(16)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7"/>
          <p:cNvSpPr txBox="1"/>
          <p:nvPr>
            <p:ph type="title"/>
          </p:nvPr>
        </p:nvSpPr>
        <p:spPr>
          <a:xfrm>
            <a:off x="1593436" y="177800"/>
            <a:ext cx="9782801" cy="12398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43F49"/>
              </a:buClr>
              <a:buSzPts val="3600"/>
              <a:buFont typeface="Arial"/>
              <a:buNone/>
            </a:pPr>
            <a:r>
              <a:rPr lang="en-US"/>
              <a:t>Comparison and Logical Operators</a:t>
            </a:r>
            <a:endParaRPr/>
          </a:p>
        </p:txBody>
      </p:sp>
      <p:sp>
        <p:nvSpPr>
          <p:cNvPr id="187" name="Google Shape;187;p7"/>
          <p:cNvSpPr txBox="1"/>
          <p:nvPr>
            <p:ph idx="1" type="body"/>
          </p:nvPr>
        </p:nvSpPr>
        <p:spPr>
          <a:xfrm>
            <a:off x="1593436" y="1600200"/>
            <a:ext cx="9782800" cy="50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46888" lvl="0" marL="246888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›"/>
            </a:pPr>
            <a:r>
              <a:rPr lang="en-US"/>
              <a:t>&amp; (and): 5 &gt; 4 &amp; 4 &gt; 3  </a:t>
            </a:r>
            <a:endParaRPr/>
          </a:p>
          <a:p>
            <a:pPr indent="-246888" lvl="0" marL="246888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800"/>
              <a:buChar char="›"/>
            </a:pPr>
            <a:r>
              <a:rPr lang="en-US"/>
              <a:t>| (or): 5 &gt; 4 | 4 &gt; 3</a:t>
            </a:r>
            <a:endParaRPr/>
          </a:p>
          <a:p>
            <a:pPr indent="-246888" lvl="0" marL="246888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800"/>
              <a:buChar char="›"/>
            </a:pPr>
            <a:r>
              <a:rPr lang="en-US"/>
              <a:t>not (not): not(3 &gt; 2)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8"/>
          <p:cNvSpPr txBox="1"/>
          <p:nvPr>
            <p:ph type="title"/>
          </p:nvPr>
        </p:nvSpPr>
        <p:spPr>
          <a:xfrm>
            <a:off x="1593436" y="177800"/>
            <a:ext cx="9782801" cy="12398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43F49"/>
              </a:buClr>
              <a:buSzPts val="3600"/>
              <a:buFont typeface="Arial"/>
              <a:buNone/>
            </a:pPr>
            <a:r>
              <a:rPr lang="en-US"/>
              <a:t>Exercises</a:t>
            </a:r>
            <a:endParaRPr/>
          </a:p>
        </p:txBody>
      </p:sp>
      <p:sp>
        <p:nvSpPr>
          <p:cNvPr id="193" name="Google Shape;193;p8"/>
          <p:cNvSpPr txBox="1"/>
          <p:nvPr>
            <p:ph idx="1" type="body"/>
          </p:nvPr>
        </p:nvSpPr>
        <p:spPr>
          <a:xfrm>
            <a:off x="1593436" y="1600200"/>
            <a:ext cx="9782800" cy="50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46888" lvl="0" marL="246888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›"/>
            </a:pPr>
            <a:r>
              <a:rPr lang="en-US"/>
              <a:t>Print square root of d=9 using math library</a:t>
            </a:r>
            <a:endParaRPr/>
          </a:p>
          <a:p>
            <a:pPr indent="-246888" lvl="1" marL="612648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/>
              <a:t>sqrt</a:t>
            </a:r>
            <a:endParaRPr/>
          </a:p>
          <a:p>
            <a:pPr indent="-246888" lvl="0" marL="246888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800"/>
              <a:buChar char="›"/>
            </a:pPr>
            <a:r>
              <a:rPr lang="en-US"/>
              <a:t>Is “a &gt; d” true and how about “not(4 &lt; 2)”?</a:t>
            </a:r>
            <a:endParaRPr/>
          </a:p>
          <a:p>
            <a:pPr indent="-246888" lvl="0" marL="246888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800"/>
              <a:buChar char="›"/>
            </a:pPr>
            <a:r>
              <a:rPr lang="en-US"/>
              <a:t>print(5 &lt;= 5)</a:t>
            </a:r>
            <a:endParaRPr/>
          </a:p>
          <a:p>
            <a:pPr indent="-246888" lvl="0" marL="246888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800"/>
              <a:buChar char="›"/>
            </a:pPr>
            <a:r>
              <a:rPr lang="en-US"/>
              <a:t>print(not(2 + 3 != 5))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9"/>
          <p:cNvSpPr txBox="1"/>
          <p:nvPr>
            <p:ph type="title"/>
          </p:nvPr>
        </p:nvSpPr>
        <p:spPr>
          <a:xfrm>
            <a:off x="1593436" y="177800"/>
            <a:ext cx="9782801" cy="12398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43F49"/>
              </a:buClr>
              <a:buSzPts val="3600"/>
              <a:buFont typeface="Arial"/>
              <a:buNone/>
            </a:pPr>
            <a:r>
              <a:rPr lang="en-US"/>
              <a:t>Random</a:t>
            </a:r>
            <a:endParaRPr/>
          </a:p>
        </p:txBody>
      </p:sp>
      <p:sp>
        <p:nvSpPr>
          <p:cNvPr id="199" name="Google Shape;199;p9"/>
          <p:cNvSpPr txBox="1"/>
          <p:nvPr>
            <p:ph idx="1" type="body"/>
          </p:nvPr>
        </p:nvSpPr>
        <p:spPr>
          <a:xfrm>
            <a:off x="1593436" y="1600200"/>
            <a:ext cx="9782800" cy="50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46888" lvl="0" marL="246888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›"/>
            </a:pPr>
            <a:r>
              <a:rPr b="1" lang="en-US"/>
              <a:t>from </a:t>
            </a:r>
            <a:r>
              <a:rPr b="1" lang="en-US">
                <a:solidFill>
                  <a:srgbClr val="FF0000"/>
                </a:solidFill>
              </a:rPr>
              <a:t>random</a:t>
            </a:r>
            <a:r>
              <a:rPr b="1" lang="en-US"/>
              <a:t> import *</a:t>
            </a:r>
            <a:endParaRPr/>
          </a:p>
          <a:p>
            <a:pPr indent="-69088" lvl="0" marL="246888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46888" lvl="0" marL="246888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800"/>
              <a:buChar char="›"/>
            </a:pPr>
            <a:r>
              <a:rPr lang="en-US"/>
              <a:t>random() + 1</a:t>
            </a:r>
            <a:endParaRPr/>
          </a:p>
          <a:p>
            <a:pPr indent="-246888" lvl="0" marL="246888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800"/>
              <a:buChar char="›"/>
            </a:pPr>
            <a:r>
              <a:rPr lang="en-US"/>
              <a:t>randrange(1,5)</a:t>
            </a:r>
            <a:endParaRPr/>
          </a:p>
          <a:p>
            <a:pPr indent="-246888" lvl="0" marL="246888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800"/>
              <a:buChar char="›"/>
            </a:pPr>
            <a:r>
              <a:rPr lang="en-US"/>
              <a:t>randint(1,5)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0"/>
          <p:cNvSpPr txBox="1"/>
          <p:nvPr>
            <p:ph type="title"/>
          </p:nvPr>
        </p:nvSpPr>
        <p:spPr>
          <a:xfrm>
            <a:off x="1593436" y="177800"/>
            <a:ext cx="9782801" cy="12398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43F49"/>
              </a:buClr>
              <a:buSzPts val="3600"/>
              <a:buFont typeface="Arial"/>
              <a:buNone/>
            </a:pPr>
            <a:r>
              <a:rPr lang="en-US"/>
              <a:t>*Input</a:t>
            </a:r>
            <a:endParaRPr/>
          </a:p>
        </p:txBody>
      </p:sp>
      <p:sp>
        <p:nvSpPr>
          <p:cNvPr id="205" name="Google Shape;205;p10"/>
          <p:cNvSpPr txBox="1"/>
          <p:nvPr>
            <p:ph idx="1" type="body"/>
          </p:nvPr>
        </p:nvSpPr>
        <p:spPr>
          <a:xfrm>
            <a:off x="1593436" y="1600200"/>
            <a:ext cx="9782800" cy="50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46888" lvl="0" marL="246888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›"/>
            </a:pPr>
            <a:r>
              <a:rPr lang="en-US"/>
              <a:t>Python allows for user input using ‘input’</a:t>
            </a:r>
            <a:endParaRPr/>
          </a:p>
          <a:p>
            <a:pPr indent="-246888" lvl="1" marL="612648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b="1" lang="en-US"/>
              <a:t>input()</a:t>
            </a:r>
            <a:endParaRPr/>
          </a:p>
          <a:p>
            <a:pPr indent="0" lvl="1" marL="36576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e.g., name = input(“What is your name?”)</a:t>
            </a:r>
            <a:endParaRPr/>
          </a:p>
          <a:p>
            <a:pPr indent="0" lvl="1" marL="36576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    print (“My name is ” + name)</a:t>
            </a:r>
            <a:br>
              <a:rPr lang="en-US"/>
            </a:br>
            <a:br>
              <a:rPr lang="en-US"/>
            </a:br>
            <a:r>
              <a:rPr lang="en-US"/>
              <a:t>What is your name? John</a:t>
            </a:r>
            <a:endParaRPr/>
          </a:p>
          <a:p>
            <a:pPr indent="0" lvl="1" marL="36576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My name is John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1"/>
          <p:cNvSpPr txBox="1"/>
          <p:nvPr>
            <p:ph type="title"/>
          </p:nvPr>
        </p:nvSpPr>
        <p:spPr>
          <a:xfrm>
            <a:off x="1593436" y="177800"/>
            <a:ext cx="9782801" cy="12398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43F49"/>
              </a:buClr>
              <a:buSzPts val="3600"/>
              <a:buFont typeface="Arial"/>
              <a:buNone/>
            </a:pPr>
            <a:r>
              <a:rPr lang="en-US"/>
              <a:t>Exercise</a:t>
            </a:r>
            <a:endParaRPr/>
          </a:p>
        </p:txBody>
      </p:sp>
      <p:sp>
        <p:nvSpPr>
          <p:cNvPr id="211" name="Google Shape;211;p11"/>
          <p:cNvSpPr txBox="1"/>
          <p:nvPr>
            <p:ph idx="1" type="body"/>
          </p:nvPr>
        </p:nvSpPr>
        <p:spPr>
          <a:xfrm>
            <a:off x="1593436" y="1600200"/>
            <a:ext cx="9782800" cy="50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46888" lvl="0" marL="246888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›"/>
            </a:pPr>
            <a:r>
              <a:rPr lang="en-US"/>
              <a:t>Make a dice</a:t>
            </a:r>
            <a:endParaRPr/>
          </a:p>
          <a:p>
            <a:pPr indent="-246888" lvl="1" marL="612648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/>
              <a:t>User can input the number of sides </a:t>
            </a:r>
            <a:endParaRPr/>
          </a:p>
          <a:p>
            <a:pPr indent="0" lvl="1" marL="36576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  e.g., 6, 8</a:t>
            </a:r>
            <a:endParaRPr/>
          </a:p>
          <a:p>
            <a:pPr indent="-246888" lvl="1" marL="612648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/>
              <a:t>hint1. random function</a:t>
            </a:r>
            <a:endParaRPr/>
          </a:p>
          <a:p>
            <a:pPr indent="-246888" lvl="1" marL="612648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/>
              <a:t>hint2. input function</a:t>
            </a:r>
            <a:endParaRPr/>
          </a:p>
          <a:p>
            <a:pPr indent="-94488" lvl="1" marL="612648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2"/>
          <p:cNvSpPr txBox="1"/>
          <p:nvPr>
            <p:ph type="title"/>
          </p:nvPr>
        </p:nvSpPr>
        <p:spPr>
          <a:xfrm>
            <a:off x="1593436" y="177800"/>
            <a:ext cx="9782801" cy="12398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43F49"/>
              </a:buClr>
              <a:buSzPts val="3600"/>
              <a:buFont typeface="Arial"/>
              <a:buNone/>
            </a:pPr>
            <a:r>
              <a:rPr lang="en-US"/>
              <a:t>Assignment 1</a:t>
            </a:r>
            <a:endParaRPr/>
          </a:p>
        </p:txBody>
      </p:sp>
      <p:sp>
        <p:nvSpPr>
          <p:cNvPr id="217" name="Google Shape;217;p12"/>
          <p:cNvSpPr txBox="1"/>
          <p:nvPr>
            <p:ph idx="1" type="body"/>
          </p:nvPr>
        </p:nvSpPr>
        <p:spPr>
          <a:xfrm>
            <a:off x="1593436" y="1600200"/>
            <a:ext cx="9782800" cy="50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46888" lvl="0" marL="246888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›"/>
            </a:pPr>
            <a:r>
              <a:rPr lang="en-US"/>
              <a:t># 1. Randomly Pick a date for school holiday for this month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  e.g., “Class closes at </a:t>
            </a:r>
            <a:r>
              <a:rPr b="1" lang="en-US"/>
              <a:t>3</a:t>
            </a:r>
            <a:r>
              <a:rPr lang="en-US"/>
              <a:t>, July”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3"/>
          <p:cNvSpPr txBox="1"/>
          <p:nvPr>
            <p:ph type="title"/>
          </p:nvPr>
        </p:nvSpPr>
        <p:spPr>
          <a:xfrm>
            <a:off x="1593436" y="177800"/>
            <a:ext cx="9782801" cy="12398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43F49"/>
              </a:buClr>
              <a:buSzPts val="3600"/>
              <a:buFont typeface="Arial"/>
              <a:buNone/>
            </a:pPr>
            <a:r>
              <a:rPr lang="en-US"/>
              <a:t>Assignment 2</a:t>
            </a:r>
            <a:endParaRPr/>
          </a:p>
        </p:txBody>
      </p:sp>
      <p:sp>
        <p:nvSpPr>
          <p:cNvPr id="223" name="Google Shape;223;p13"/>
          <p:cNvSpPr txBox="1"/>
          <p:nvPr>
            <p:ph idx="1" type="body"/>
          </p:nvPr>
        </p:nvSpPr>
        <p:spPr>
          <a:xfrm>
            <a:off x="1593436" y="1600200"/>
            <a:ext cx="9782800" cy="50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46888" lvl="0" marL="246888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›"/>
            </a:pPr>
            <a:r>
              <a:rPr lang="en-US"/>
              <a:t># 2. Lotto number generator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 e.g., Here are the Lotto numbers: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     43, 1, 14, 32, 22, 9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Math_16x9">
      <a:dk1>
        <a:srgbClr val="465562"/>
      </a:dk1>
      <a:lt1>
        <a:srgbClr val="FFFFFF"/>
      </a:lt1>
      <a:dk2>
        <a:srgbClr val="000000"/>
      </a:dk2>
      <a:lt2>
        <a:srgbClr val="F2ECE2"/>
      </a:lt2>
      <a:accent1>
        <a:srgbClr val="9BAAB7"/>
      </a:accent1>
      <a:accent2>
        <a:srgbClr val="B8D082"/>
      </a:accent2>
      <a:accent3>
        <a:srgbClr val="EFDB85"/>
      </a:accent3>
      <a:accent4>
        <a:srgbClr val="E8A565"/>
      </a:accent4>
      <a:accent5>
        <a:srgbClr val="BC9AAE"/>
      </a:accent5>
      <a:accent6>
        <a:srgbClr val="BABABA"/>
      </a:accent6>
      <a:hlink>
        <a:srgbClr val="8FC48C"/>
      </a:hlink>
      <a:folHlink>
        <a:srgbClr val="A97C9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ath 16x9">
  <a:themeElements>
    <a:clrScheme name="Math_16x9">
      <a:dk1>
        <a:srgbClr val="465562"/>
      </a:dk1>
      <a:lt1>
        <a:srgbClr val="FFFFFF"/>
      </a:lt1>
      <a:dk2>
        <a:srgbClr val="000000"/>
      </a:dk2>
      <a:lt2>
        <a:srgbClr val="F2ECE2"/>
      </a:lt2>
      <a:accent1>
        <a:srgbClr val="9BAAB7"/>
      </a:accent1>
      <a:accent2>
        <a:srgbClr val="B8D082"/>
      </a:accent2>
      <a:accent3>
        <a:srgbClr val="EFDB85"/>
      </a:accent3>
      <a:accent4>
        <a:srgbClr val="E8A565"/>
      </a:accent4>
      <a:accent5>
        <a:srgbClr val="BC9AAE"/>
      </a:accent5>
      <a:accent6>
        <a:srgbClr val="BABABA"/>
      </a:accent6>
      <a:hlink>
        <a:srgbClr val="8FC48C"/>
      </a:hlink>
      <a:folHlink>
        <a:srgbClr val="96969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2021-06-19T05:53:00Z</dcterms:created>
  <dc:creator>Ahn, Daniel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0x010100AA3F7D94069FF64A86F7DFF56D60E3BE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CampaignTags">
    <vt:lpwstr/>
  </property>
  <property fmtid="{D5CDD505-2E9C-101B-9397-08002B2CF9AE}" pid="7" name="ScenarioTags">
    <vt:lpwstr/>
  </property>
</Properties>
</file>