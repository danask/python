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7" r:id="rId3"/>
    <p:sldId id="275" r:id="rId4"/>
    <p:sldId id="277" r:id="rId5"/>
    <p:sldId id="276" r:id="rId6"/>
    <p:sldId id="278" r:id="rId7"/>
    <p:sldId id="279" r:id="rId8"/>
    <p:sldId id="280" r:id="rId9"/>
    <p:sldId id="281" r:id="rId10"/>
    <p:sldId id="283" r:id="rId11"/>
    <p:sldId id="282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n, Daniel" initials="AD" lastIdx="1" clrIdx="0">
    <p:extLst>
      <p:ext uri="{19B8F6BF-5375-455C-9EA6-DF929625EA0E}">
        <p15:presenceInfo xmlns:p15="http://schemas.microsoft.com/office/powerpoint/2012/main" userId="Ahn, Dani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961EAF-E4E8-4775-8C90-D72A1088D33F}" v="4" dt="2021-07-12T05:30:12.570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howGuides="1">
      <p:cViewPr varScale="1">
        <p:scale>
          <a:sx n="68" d="100"/>
          <a:sy n="68" d="100"/>
        </p:scale>
        <p:origin x="96" y="1242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n Daniel" userId="77a11c4ec35ea94f" providerId="LiveId" clId="{9A961EAF-E4E8-4775-8C90-D72A1088D33F}"/>
    <pc:docChg chg="undo custSel modSld">
      <pc:chgData name="Ahn Daniel" userId="77a11c4ec35ea94f" providerId="LiveId" clId="{9A961EAF-E4E8-4775-8C90-D72A1088D33F}" dt="2021-07-12T05:30:28.880" v="25" actId="21"/>
      <pc:docMkLst>
        <pc:docMk/>
      </pc:docMkLst>
      <pc:sldChg chg="modSp mod">
        <pc:chgData name="Ahn Daniel" userId="77a11c4ec35ea94f" providerId="LiveId" clId="{9A961EAF-E4E8-4775-8C90-D72A1088D33F}" dt="2021-07-12T05:30:28.880" v="25" actId="21"/>
        <pc:sldMkLst>
          <pc:docMk/>
          <pc:sldMk cId="4034571014" sldId="275"/>
        </pc:sldMkLst>
        <pc:spChg chg="mod">
          <ac:chgData name="Ahn Daniel" userId="77a11c4ec35ea94f" providerId="LiveId" clId="{9A961EAF-E4E8-4775-8C90-D72A1088D33F}" dt="2021-07-12T05:30:28.880" v="25" actId="21"/>
          <ac:spMkLst>
            <pc:docMk/>
            <pc:sldMk cId="4034571014" sldId="275"/>
            <ac:spMk id="14" creationId="{00000000-0000-0000-0000-000000000000}"/>
          </ac:spMkLst>
        </pc:spChg>
      </pc:sldChg>
      <pc:sldChg chg="modSp">
        <pc:chgData name="Ahn Daniel" userId="77a11c4ec35ea94f" providerId="LiveId" clId="{9A961EAF-E4E8-4775-8C90-D72A1088D33F}" dt="2021-07-10T06:07:54.558" v="1"/>
        <pc:sldMkLst>
          <pc:docMk/>
          <pc:sldMk cId="2346437626" sldId="279"/>
        </pc:sldMkLst>
        <pc:spChg chg="mod">
          <ac:chgData name="Ahn Daniel" userId="77a11c4ec35ea94f" providerId="LiveId" clId="{9A961EAF-E4E8-4775-8C90-D72A1088D33F}" dt="2021-07-10T06:07:54.558" v="1"/>
          <ac:spMkLst>
            <pc:docMk/>
            <pc:sldMk cId="2346437626" sldId="279"/>
            <ac:spMk id="14" creationId="{00000000-0000-0000-0000-000000000000}"/>
          </ac:spMkLst>
        </pc:spChg>
      </pc:sldChg>
      <pc:sldChg chg="modSp mod">
        <pc:chgData name="Ahn Daniel" userId="77a11c4ec35ea94f" providerId="LiveId" clId="{9A961EAF-E4E8-4775-8C90-D72A1088D33F}" dt="2021-07-10T06:08:13.525" v="5" actId="20577"/>
        <pc:sldMkLst>
          <pc:docMk/>
          <pc:sldMk cId="891897893" sldId="280"/>
        </pc:sldMkLst>
        <pc:spChg chg="mod">
          <ac:chgData name="Ahn Daniel" userId="77a11c4ec35ea94f" providerId="LiveId" clId="{9A961EAF-E4E8-4775-8C90-D72A1088D33F}" dt="2021-07-10T06:08:13.525" v="5" actId="20577"/>
          <ac:spMkLst>
            <pc:docMk/>
            <pc:sldMk cId="891897893" sldId="280"/>
            <ac:spMk id="14" creationId="{00000000-0000-0000-0000-000000000000}"/>
          </ac:spMkLst>
        </pc:spChg>
      </pc:sldChg>
      <pc:sldChg chg="modSp">
        <pc:chgData name="Ahn Daniel" userId="77a11c4ec35ea94f" providerId="LiveId" clId="{9A961EAF-E4E8-4775-8C90-D72A1088D33F}" dt="2021-07-10T06:07:54.558" v="1"/>
        <pc:sldMkLst>
          <pc:docMk/>
          <pc:sldMk cId="2208821753" sldId="281"/>
        </pc:sldMkLst>
        <pc:spChg chg="mod">
          <ac:chgData name="Ahn Daniel" userId="77a11c4ec35ea94f" providerId="LiveId" clId="{9A961EAF-E4E8-4775-8C90-D72A1088D33F}" dt="2021-07-10T06:07:54.558" v="1"/>
          <ac:spMkLst>
            <pc:docMk/>
            <pc:sldMk cId="2208821753" sldId="281"/>
            <ac:spMk id="14" creationId="{00000000-0000-0000-0000-000000000000}"/>
          </ac:spMkLst>
        </pc:spChg>
      </pc:sldChg>
      <pc:sldChg chg="modSp">
        <pc:chgData name="Ahn Daniel" userId="77a11c4ec35ea94f" providerId="LiveId" clId="{9A961EAF-E4E8-4775-8C90-D72A1088D33F}" dt="2021-07-10T06:07:54.558" v="1"/>
        <pc:sldMkLst>
          <pc:docMk/>
          <pc:sldMk cId="3134344372" sldId="282"/>
        </pc:sldMkLst>
        <pc:spChg chg="mod">
          <ac:chgData name="Ahn Daniel" userId="77a11c4ec35ea94f" providerId="LiveId" clId="{9A961EAF-E4E8-4775-8C90-D72A1088D33F}" dt="2021-07-10T06:07:54.558" v="1"/>
          <ac:spMkLst>
            <pc:docMk/>
            <pc:sldMk cId="3134344372" sldId="282"/>
            <ac:spMk id="14" creationId="{00000000-0000-0000-0000-000000000000}"/>
          </ac:spMkLst>
        </pc:spChg>
      </pc:sldChg>
      <pc:sldChg chg="modSp">
        <pc:chgData name="Ahn Daniel" userId="77a11c4ec35ea94f" providerId="LiveId" clId="{9A961EAF-E4E8-4775-8C90-D72A1088D33F}" dt="2021-07-10T06:07:54.558" v="1"/>
        <pc:sldMkLst>
          <pc:docMk/>
          <pc:sldMk cId="1006969443" sldId="283"/>
        </pc:sldMkLst>
        <pc:spChg chg="mod">
          <ac:chgData name="Ahn Daniel" userId="77a11c4ec35ea94f" providerId="LiveId" clId="{9A961EAF-E4E8-4775-8C90-D72A1088D33F}" dt="2021-07-10T06:07:54.558" v="1"/>
          <ac:spMkLst>
            <pc:docMk/>
            <pc:sldMk cId="1006969443" sldId="283"/>
            <ac:spMk id="14" creationId="{00000000-0000-0000-0000-000000000000}"/>
          </ac:spMkLst>
        </pc:spChg>
      </pc:sldChg>
    </pc:docChg>
  </pc:docChgLst>
  <pc:docChgLst>
    <pc:chgData name="Ahn Daniel" userId="77a11c4ec35ea94f" providerId="LiveId" clId="{5813B4E2-0C3C-4369-9AF4-1586CE841CE7}"/>
    <pc:docChg chg="undo custSel addSld modSld sldOrd">
      <pc:chgData name="Ahn Daniel" userId="77a11c4ec35ea94f" providerId="LiveId" clId="{5813B4E2-0C3C-4369-9AF4-1586CE841CE7}" dt="2021-06-21T04:07:43.433" v="3135" actId="207"/>
      <pc:docMkLst>
        <pc:docMk/>
      </pc:docMkLst>
      <pc:sldChg chg="addSp modSp mod">
        <pc:chgData name="Ahn Daniel" userId="77a11c4ec35ea94f" providerId="LiveId" clId="{5813B4E2-0C3C-4369-9AF4-1586CE841CE7}" dt="2021-06-20T01:26:37.835" v="1121" actId="20577"/>
        <pc:sldMkLst>
          <pc:docMk/>
          <pc:sldMk cId="506761459" sldId="256"/>
        </pc:sldMkLst>
        <pc:spChg chg="mod">
          <ac:chgData name="Ahn Daniel" userId="77a11c4ec35ea94f" providerId="LiveId" clId="{5813B4E2-0C3C-4369-9AF4-1586CE841CE7}" dt="2021-06-20T01:26:08.001" v="1113" actId="20577"/>
          <ac:spMkLst>
            <pc:docMk/>
            <pc:sldMk cId="506761459" sldId="256"/>
            <ac:spMk id="2" creationId="{00000000-0000-0000-0000-000000000000}"/>
          </ac:spMkLst>
        </pc:spChg>
        <pc:spChg chg="mod">
          <ac:chgData name="Ahn Daniel" userId="77a11c4ec35ea94f" providerId="LiveId" clId="{5813B4E2-0C3C-4369-9AF4-1586CE841CE7}" dt="2021-06-20T01:26:37.835" v="1121" actId="20577"/>
          <ac:spMkLst>
            <pc:docMk/>
            <pc:sldMk cId="506761459" sldId="256"/>
            <ac:spMk id="3" creationId="{00000000-0000-0000-0000-000000000000}"/>
          </ac:spMkLst>
        </pc:spChg>
        <pc:spChg chg="add mod">
          <ac:chgData name="Ahn Daniel" userId="77a11c4ec35ea94f" providerId="LiveId" clId="{5813B4E2-0C3C-4369-9AF4-1586CE841CE7}" dt="2021-06-20T01:26:33.916" v="1119" actId="1076"/>
          <ac:spMkLst>
            <pc:docMk/>
            <pc:sldMk cId="506761459" sldId="256"/>
            <ac:spMk id="4" creationId="{09FC9F2F-A1AD-4FC2-858E-9A440EE4AE1E}"/>
          </ac:spMkLst>
        </pc:spChg>
      </pc:sldChg>
      <pc:sldChg chg="modSp mod">
        <pc:chgData name="Ahn Daniel" userId="77a11c4ec35ea94f" providerId="LiveId" clId="{5813B4E2-0C3C-4369-9AF4-1586CE841CE7}" dt="2021-06-20T01:12:58.450" v="543"/>
        <pc:sldMkLst>
          <pc:docMk/>
          <pc:sldMk cId="1262347297" sldId="274"/>
        </pc:sldMkLst>
        <pc:spChg chg="mod">
          <ac:chgData name="Ahn Daniel" userId="77a11c4ec35ea94f" providerId="LiveId" clId="{5813B4E2-0C3C-4369-9AF4-1586CE841CE7}" dt="2021-06-20T01:12:58.450" v="543"/>
          <ac:spMkLst>
            <pc:docMk/>
            <pc:sldMk cId="1262347297" sldId="274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18:47:05.970" v="2068" actId="20577"/>
        <pc:sldMkLst>
          <pc:docMk/>
          <pc:sldMk cId="4034571014" sldId="275"/>
        </pc:sldMkLst>
        <pc:spChg chg="mod">
          <ac:chgData name="Ahn Daniel" userId="77a11c4ec35ea94f" providerId="LiveId" clId="{5813B4E2-0C3C-4369-9AF4-1586CE841CE7}" dt="2021-06-20T18:47:05.970" v="2068" actId="20577"/>
          <ac:spMkLst>
            <pc:docMk/>
            <pc:sldMk cId="4034571014" sldId="275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01:14:27.501" v="609" actId="27636"/>
        <pc:sldMkLst>
          <pc:docMk/>
          <pc:sldMk cId="3217990074" sldId="276"/>
        </pc:sldMkLst>
        <pc:spChg chg="mod">
          <ac:chgData name="Ahn Daniel" userId="77a11c4ec35ea94f" providerId="LiveId" clId="{5813B4E2-0C3C-4369-9AF4-1586CE841CE7}" dt="2021-06-20T01:14:27.501" v="609" actId="27636"/>
          <ac:spMkLst>
            <pc:docMk/>
            <pc:sldMk cId="3217990074" sldId="276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01:18:08.027" v="853" actId="6549"/>
        <pc:sldMkLst>
          <pc:docMk/>
          <pc:sldMk cId="1639284535" sldId="277"/>
        </pc:sldMkLst>
        <pc:spChg chg="mod">
          <ac:chgData name="Ahn Daniel" userId="77a11c4ec35ea94f" providerId="LiveId" clId="{5813B4E2-0C3C-4369-9AF4-1586CE841CE7}" dt="2021-06-20T01:18:08.027" v="853" actId="6549"/>
          <ac:spMkLst>
            <pc:docMk/>
            <pc:sldMk cId="1639284535" sldId="277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01:19:49.274" v="982" actId="6549"/>
        <pc:sldMkLst>
          <pc:docMk/>
          <pc:sldMk cId="2819575797" sldId="278"/>
        </pc:sldMkLst>
        <pc:spChg chg="mod">
          <ac:chgData name="Ahn Daniel" userId="77a11c4ec35ea94f" providerId="LiveId" clId="{5813B4E2-0C3C-4369-9AF4-1586CE841CE7}" dt="2021-06-20T01:19:49.274" v="982" actId="6549"/>
          <ac:spMkLst>
            <pc:docMk/>
            <pc:sldMk cId="2819575797" sldId="278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18:45:48.091" v="2032" actId="20577"/>
        <pc:sldMkLst>
          <pc:docMk/>
          <pc:sldMk cId="4187294754" sldId="279"/>
        </pc:sldMkLst>
        <pc:spChg chg="mod">
          <ac:chgData name="Ahn Daniel" userId="77a11c4ec35ea94f" providerId="LiveId" clId="{5813B4E2-0C3C-4369-9AF4-1586CE841CE7}" dt="2021-06-20T04:23:58.285" v="2008"/>
          <ac:spMkLst>
            <pc:docMk/>
            <pc:sldMk cId="4187294754" sldId="279"/>
            <ac:spMk id="13" creationId="{00000000-0000-0000-0000-000000000000}"/>
          </ac:spMkLst>
        </pc:spChg>
        <pc:spChg chg="mod">
          <ac:chgData name="Ahn Daniel" userId="77a11c4ec35ea94f" providerId="LiveId" clId="{5813B4E2-0C3C-4369-9AF4-1586CE841CE7}" dt="2021-06-20T18:45:48.091" v="2032" actId="20577"/>
          <ac:spMkLst>
            <pc:docMk/>
            <pc:sldMk cId="4187294754" sldId="279"/>
            <ac:spMk id="14" creationId="{00000000-0000-0000-0000-000000000000}"/>
          </ac:spMkLst>
        </pc:spChg>
      </pc:sldChg>
      <pc:sldChg chg="modSp mod">
        <pc:chgData name="Ahn Daniel" userId="77a11c4ec35ea94f" providerId="LiveId" clId="{5813B4E2-0C3C-4369-9AF4-1586CE841CE7}" dt="2021-06-20T01:31:58.979" v="1275" actId="6549"/>
        <pc:sldMkLst>
          <pc:docMk/>
          <pc:sldMk cId="3280682765" sldId="280"/>
        </pc:sldMkLst>
        <pc:spChg chg="mod">
          <ac:chgData name="Ahn Daniel" userId="77a11c4ec35ea94f" providerId="LiveId" clId="{5813B4E2-0C3C-4369-9AF4-1586CE841CE7}" dt="2021-06-20T01:31:58.979" v="1275" actId="6549"/>
          <ac:spMkLst>
            <pc:docMk/>
            <pc:sldMk cId="3280682765" sldId="280"/>
            <ac:spMk id="14" creationId="{00000000-0000-0000-0000-000000000000}"/>
          </ac:spMkLst>
        </pc:spChg>
      </pc:sldChg>
      <pc:sldChg chg="addSp delSp modSp add mod">
        <pc:chgData name="Ahn Daniel" userId="77a11c4ec35ea94f" providerId="LiveId" clId="{5813B4E2-0C3C-4369-9AF4-1586CE841CE7}" dt="2021-06-20T01:46:57.749" v="1799" actId="20577"/>
        <pc:sldMkLst>
          <pc:docMk/>
          <pc:sldMk cId="2874995460" sldId="281"/>
        </pc:sldMkLst>
        <pc:spChg chg="add del mod">
          <ac:chgData name="Ahn Daniel" userId="77a11c4ec35ea94f" providerId="LiveId" clId="{5813B4E2-0C3C-4369-9AF4-1586CE841CE7}" dt="2021-06-20T01:40:53.808" v="1397" actId="478"/>
          <ac:spMkLst>
            <pc:docMk/>
            <pc:sldMk cId="2874995460" sldId="281"/>
            <ac:spMk id="4" creationId="{5223F0A1-437F-429A-A2E5-D13DCFBE43E8}"/>
          </ac:spMkLst>
        </pc:spChg>
        <pc:spChg chg="mod">
          <ac:chgData name="Ahn Daniel" userId="77a11c4ec35ea94f" providerId="LiveId" clId="{5813B4E2-0C3C-4369-9AF4-1586CE841CE7}" dt="2021-06-20T01:46:57.749" v="1799" actId="20577"/>
          <ac:spMkLst>
            <pc:docMk/>
            <pc:sldMk cId="2874995460" sldId="281"/>
            <ac:spMk id="13" creationId="{00000000-0000-0000-0000-000000000000}"/>
          </ac:spMkLst>
        </pc:spChg>
        <pc:spChg chg="del mod">
          <ac:chgData name="Ahn Daniel" userId="77a11c4ec35ea94f" providerId="LiveId" clId="{5813B4E2-0C3C-4369-9AF4-1586CE841CE7}" dt="2021-06-20T01:40:18.680" v="1394" actId="478"/>
          <ac:spMkLst>
            <pc:docMk/>
            <pc:sldMk cId="2874995460" sldId="281"/>
            <ac:spMk id="14" creationId="{00000000-0000-0000-0000-000000000000}"/>
          </ac:spMkLst>
        </pc:spChg>
        <pc:picChg chg="del">
          <ac:chgData name="Ahn Daniel" userId="77a11c4ec35ea94f" providerId="LiveId" clId="{5813B4E2-0C3C-4369-9AF4-1586CE841CE7}" dt="2021-06-20T01:40:09.946" v="1392" actId="478"/>
          <ac:picMkLst>
            <pc:docMk/>
            <pc:sldMk cId="2874995460" sldId="281"/>
            <ac:picMk id="2" creationId="{3F27C9AA-B1D3-4F41-9BC4-98F1835C3352}"/>
          </ac:picMkLst>
        </pc:picChg>
      </pc:sldChg>
      <pc:sldChg chg="modSp add mod">
        <pc:chgData name="Ahn Daniel" userId="77a11c4ec35ea94f" providerId="LiveId" clId="{5813B4E2-0C3C-4369-9AF4-1586CE841CE7}" dt="2021-06-20T19:27:07.622" v="2671" actId="20577"/>
        <pc:sldMkLst>
          <pc:docMk/>
          <pc:sldMk cId="3761224542" sldId="282"/>
        </pc:sldMkLst>
        <pc:spChg chg="mod">
          <ac:chgData name="Ahn Daniel" userId="77a11c4ec35ea94f" providerId="LiveId" clId="{5813B4E2-0C3C-4369-9AF4-1586CE841CE7}" dt="2021-06-20T01:42:00.220" v="1408"/>
          <ac:spMkLst>
            <pc:docMk/>
            <pc:sldMk cId="3761224542" sldId="282"/>
            <ac:spMk id="13" creationId="{00000000-0000-0000-0000-000000000000}"/>
          </ac:spMkLst>
        </pc:spChg>
        <pc:spChg chg="mod">
          <ac:chgData name="Ahn Daniel" userId="77a11c4ec35ea94f" providerId="LiveId" clId="{5813B4E2-0C3C-4369-9AF4-1586CE841CE7}" dt="2021-06-20T19:27:07.622" v="2671" actId="20577"/>
          <ac:spMkLst>
            <pc:docMk/>
            <pc:sldMk cId="3761224542" sldId="282"/>
            <ac:spMk id="14" creationId="{00000000-0000-0000-0000-000000000000}"/>
          </ac:spMkLst>
        </pc:spChg>
      </pc:sldChg>
      <pc:sldChg chg="addSp modSp add mod">
        <pc:chgData name="Ahn Daniel" userId="77a11c4ec35ea94f" providerId="LiveId" clId="{5813B4E2-0C3C-4369-9AF4-1586CE841CE7}" dt="2021-06-21T03:06:54.773" v="2854" actId="6549"/>
        <pc:sldMkLst>
          <pc:docMk/>
          <pc:sldMk cId="1722445108" sldId="283"/>
        </pc:sldMkLst>
        <pc:spChg chg="mod">
          <ac:chgData name="Ahn Daniel" userId="77a11c4ec35ea94f" providerId="LiveId" clId="{5813B4E2-0C3C-4369-9AF4-1586CE841CE7}" dt="2021-06-20T18:46:50.579" v="2061"/>
          <ac:spMkLst>
            <pc:docMk/>
            <pc:sldMk cId="1722445108" sldId="283"/>
            <ac:spMk id="13" creationId="{00000000-0000-0000-0000-000000000000}"/>
          </ac:spMkLst>
        </pc:spChg>
        <pc:spChg chg="mod">
          <ac:chgData name="Ahn Daniel" userId="77a11c4ec35ea94f" providerId="LiveId" clId="{5813B4E2-0C3C-4369-9AF4-1586CE841CE7}" dt="2021-06-21T03:06:54.773" v="2854" actId="6549"/>
          <ac:spMkLst>
            <pc:docMk/>
            <pc:sldMk cId="1722445108" sldId="283"/>
            <ac:spMk id="14" creationId="{00000000-0000-0000-0000-000000000000}"/>
          </ac:spMkLst>
        </pc:spChg>
        <pc:graphicFrameChg chg="add mod modGraphic">
          <ac:chgData name="Ahn Daniel" userId="77a11c4ec35ea94f" providerId="LiveId" clId="{5813B4E2-0C3C-4369-9AF4-1586CE841CE7}" dt="2021-06-20T19:17:38.240" v="2526" actId="20577"/>
          <ac:graphicFrameMkLst>
            <pc:docMk/>
            <pc:sldMk cId="1722445108" sldId="283"/>
            <ac:graphicFrameMk id="2" creationId="{DC7DA096-5DAA-443F-B815-8F0D618E457B}"/>
          </ac:graphicFrameMkLst>
        </pc:graphicFrameChg>
      </pc:sldChg>
      <pc:sldChg chg="delSp modSp add mod">
        <pc:chgData name="Ahn Daniel" userId="77a11c4ec35ea94f" providerId="LiveId" clId="{5813B4E2-0C3C-4369-9AF4-1586CE841CE7}" dt="2021-06-21T04:07:43.433" v="3135" actId="207"/>
        <pc:sldMkLst>
          <pc:docMk/>
          <pc:sldMk cId="1801299151" sldId="284"/>
        </pc:sldMkLst>
        <pc:spChg chg="mod">
          <ac:chgData name="Ahn Daniel" userId="77a11c4ec35ea94f" providerId="LiveId" clId="{5813B4E2-0C3C-4369-9AF4-1586CE841CE7}" dt="2021-06-21T04:07:43.433" v="3135" actId="207"/>
          <ac:spMkLst>
            <pc:docMk/>
            <pc:sldMk cId="1801299151" sldId="284"/>
            <ac:spMk id="14" creationId="{00000000-0000-0000-0000-000000000000}"/>
          </ac:spMkLst>
        </pc:spChg>
        <pc:graphicFrameChg chg="del">
          <ac:chgData name="Ahn Daniel" userId="77a11c4ec35ea94f" providerId="LiveId" clId="{5813B4E2-0C3C-4369-9AF4-1586CE841CE7}" dt="2021-06-21T03:03:29.216" v="2676" actId="478"/>
          <ac:graphicFrameMkLst>
            <pc:docMk/>
            <pc:sldMk cId="1801299151" sldId="284"/>
            <ac:graphicFrameMk id="2" creationId="{DC7DA096-5DAA-443F-B815-8F0D618E457B}"/>
          </ac:graphicFrameMkLst>
        </pc:graphicFrameChg>
      </pc:sldChg>
      <pc:sldChg chg="modSp add mod">
        <pc:chgData name="Ahn Daniel" userId="77a11c4ec35ea94f" providerId="LiveId" clId="{5813B4E2-0C3C-4369-9AF4-1586CE841CE7}" dt="2021-06-21T03:06:16.878" v="2845" actId="6549"/>
        <pc:sldMkLst>
          <pc:docMk/>
          <pc:sldMk cId="4040225272" sldId="285"/>
        </pc:sldMkLst>
        <pc:spChg chg="mod">
          <ac:chgData name="Ahn Daniel" userId="77a11c4ec35ea94f" providerId="LiveId" clId="{5813B4E2-0C3C-4369-9AF4-1586CE841CE7}" dt="2021-06-21T03:06:16.878" v="2845" actId="6549"/>
          <ac:spMkLst>
            <pc:docMk/>
            <pc:sldMk cId="4040225272" sldId="285"/>
            <ac:spMk id="14" creationId="{00000000-0000-0000-0000-000000000000}"/>
          </ac:spMkLst>
        </pc:spChg>
      </pc:sldChg>
      <pc:sldChg chg="delSp modSp add mod ord">
        <pc:chgData name="Ahn Daniel" userId="77a11c4ec35ea94f" providerId="LiveId" clId="{5813B4E2-0C3C-4369-9AF4-1586CE841CE7}" dt="2021-06-21T03:06:51.693" v="2853"/>
        <pc:sldMkLst>
          <pc:docMk/>
          <pc:sldMk cId="4144178316" sldId="286"/>
        </pc:sldMkLst>
        <pc:spChg chg="mod">
          <ac:chgData name="Ahn Daniel" userId="77a11c4ec35ea94f" providerId="LiveId" clId="{5813B4E2-0C3C-4369-9AF4-1586CE841CE7}" dt="2021-06-21T03:06:46.841" v="2851" actId="207"/>
          <ac:spMkLst>
            <pc:docMk/>
            <pc:sldMk cId="4144178316" sldId="286"/>
            <ac:spMk id="14" creationId="{00000000-0000-0000-0000-000000000000}"/>
          </ac:spMkLst>
        </pc:spChg>
        <pc:graphicFrameChg chg="del">
          <ac:chgData name="Ahn Daniel" userId="77a11c4ec35ea94f" providerId="LiveId" clId="{5813B4E2-0C3C-4369-9AF4-1586CE841CE7}" dt="2021-06-21T03:06:37.242" v="2850" actId="478"/>
          <ac:graphicFrameMkLst>
            <pc:docMk/>
            <pc:sldMk cId="4144178316" sldId="286"/>
            <ac:graphicFrameMk id="2" creationId="{DC7DA096-5DAA-443F-B815-8F0D618E457B}"/>
          </ac:graphicFrameMkLst>
        </pc:graphicFrameChg>
      </pc:sldChg>
      <pc:sldChg chg="addSp modSp add mod">
        <pc:chgData name="Ahn Daniel" userId="77a11c4ec35ea94f" providerId="LiveId" clId="{5813B4E2-0C3C-4369-9AF4-1586CE841CE7}" dt="2021-06-21T03:52:09.845" v="2871"/>
        <pc:sldMkLst>
          <pc:docMk/>
          <pc:sldMk cId="2842973112" sldId="287"/>
        </pc:sldMkLst>
        <pc:spChg chg="mod">
          <ac:chgData name="Ahn Daniel" userId="77a11c4ec35ea94f" providerId="LiveId" clId="{5813B4E2-0C3C-4369-9AF4-1586CE841CE7}" dt="2021-06-21T03:52:09.845" v="2871"/>
          <ac:spMkLst>
            <pc:docMk/>
            <pc:sldMk cId="2842973112" sldId="287"/>
            <ac:spMk id="14" creationId="{00000000-0000-0000-0000-000000000000}"/>
          </ac:spMkLst>
        </pc:spChg>
        <pc:graphicFrameChg chg="mod modGraphic">
          <ac:chgData name="Ahn Daniel" userId="77a11c4ec35ea94f" providerId="LiveId" clId="{5813B4E2-0C3C-4369-9AF4-1586CE841CE7}" dt="2021-06-21T03:51:50.438" v="2869" actId="1076"/>
          <ac:graphicFrameMkLst>
            <pc:docMk/>
            <pc:sldMk cId="2842973112" sldId="287"/>
            <ac:graphicFrameMk id="2" creationId="{DC7DA096-5DAA-443F-B815-8F0D618E457B}"/>
          </ac:graphicFrameMkLst>
        </pc:graphicFrameChg>
        <pc:graphicFrameChg chg="add mod modGraphic">
          <ac:chgData name="Ahn Daniel" userId="77a11c4ec35ea94f" providerId="LiveId" clId="{5813B4E2-0C3C-4369-9AF4-1586CE841CE7}" dt="2021-06-21T03:51:50.438" v="2869" actId="1076"/>
          <ac:graphicFrameMkLst>
            <pc:docMk/>
            <pc:sldMk cId="2842973112" sldId="287"/>
            <ac:graphicFrameMk id="3" creationId="{F74C63CB-51D1-4AAF-B2B5-8957688B5DC2}"/>
          </ac:graphicFrameMkLst>
        </pc:graphicFrameChg>
        <pc:graphicFrameChg chg="add mod modGraphic">
          <ac:chgData name="Ahn Daniel" userId="77a11c4ec35ea94f" providerId="LiveId" clId="{5813B4E2-0C3C-4369-9AF4-1586CE841CE7}" dt="2021-06-21T03:51:50.438" v="2869" actId="1076"/>
          <ac:graphicFrameMkLst>
            <pc:docMk/>
            <pc:sldMk cId="2842973112" sldId="287"/>
            <ac:graphicFrameMk id="4" creationId="{017448FC-C382-45F2-B3BD-0075DA388180}"/>
          </ac:graphicFrameMkLst>
        </pc:graphicFrameChg>
      </pc:sldChg>
      <pc:sldChg chg="modSp add mod">
        <pc:chgData name="Ahn Daniel" userId="77a11c4ec35ea94f" providerId="LiveId" clId="{5813B4E2-0C3C-4369-9AF4-1586CE841CE7}" dt="2021-06-21T04:06:55.186" v="3132" actId="20577"/>
        <pc:sldMkLst>
          <pc:docMk/>
          <pc:sldMk cId="777274309" sldId="288"/>
        </pc:sldMkLst>
        <pc:spChg chg="mod">
          <ac:chgData name="Ahn Daniel" userId="77a11c4ec35ea94f" providerId="LiveId" clId="{5813B4E2-0C3C-4369-9AF4-1586CE841CE7}" dt="2021-06-21T04:06:55.186" v="3132" actId="20577"/>
          <ac:spMkLst>
            <pc:docMk/>
            <pc:sldMk cId="777274309" sldId="288"/>
            <ac:spMk id="14" creationId="{00000000-0000-0000-0000-000000000000}"/>
          </ac:spMkLst>
        </pc:spChg>
      </pc:sldChg>
    </pc:docChg>
  </pc:docChgLst>
  <pc:docChgLst>
    <pc:chgData name="Ahn Daniel" userId="77a11c4ec35ea94f" providerId="LiveId" clId="{8131997C-8A94-4338-A23E-32409FE723F7}"/>
    <pc:docChg chg="undo custSel addSld delSld modSld sldOrd">
      <pc:chgData name="Ahn Daniel" userId="77a11c4ec35ea94f" providerId="LiveId" clId="{8131997C-8A94-4338-A23E-32409FE723F7}" dt="2021-07-10T00:19:11.104" v="859"/>
      <pc:docMkLst>
        <pc:docMk/>
      </pc:docMkLst>
      <pc:sldChg chg="modSp mod">
        <pc:chgData name="Ahn Daniel" userId="77a11c4ec35ea94f" providerId="LiveId" clId="{8131997C-8A94-4338-A23E-32409FE723F7}" dt="2021-07-09T23:17:49.284" v="798" actId="20577"/>
        <pc:sldMkLst>
          <pc:docMk/>
          <pc:sldMk cId="506761459" sldId="256"/>
        </pc:sldMkLst>
        <pc:spChg chg="mod">
          <ac:chgData name="Ahn Daniel" userId="77a11c4ec35ea94f" providerId="LiveId" clId="{8131997C-8A94-4338-A23E-32409FE723F7}" dt="2021-07-09T23:17:49.284" v="798" actId="20577"/>
          <ac:spMkLst>
            <pc:docMk/>
            <pc:sldMk cId="506761459" sldId="256"/>
            <ac:spMk id="2" creationId="{00000000-0000-0000-0000-000000000000}"/>
          </ac:spMkLst>
        </pc:spChg>
      </pc:sldChg>
      <pc:sldChg chg="modSp mod">
        <pc:chgData name="Ahn Daniel" userId="77a11c4ec35ea94f" providerId="LiveId" clId="{8131997C-8A94-4338-A23E-32409FE723F7}" dt="2021-07-09T22:16:52.605" v="86" actId="207"/>
        <pc:sldMkLst>
          <pc:docMk/>
          <pc:sldMk cId="1720426387" sldId="267"/>
        </pc:sldMkLst>
        <pc:spChg chg="mod">
          <ac:chgData name="Ahn Daniel" userId="77a11c4ec35ea94f" providerId="LiveId" clId="{8131997C-8A94-4338-A23E-32409FE723F7}" dt="2021-07-09T22:16:52.605" v="86" actId="207"/>
          <ac:spMkLst>
            <pc:docMk/>
            <pc:sldMk cId="1720426387" sldId="267"/>
            <ac:spMk id="14" creationId="{00000000-0000-0000-0000-000000000000}"/>
          </ac:spMkLst>
        </pc:spChg>
      </pc:sldChg>
      <pc:sldChg chg="del">
        <pc:chgData name="Ahn Daniel" userId="77a11c4ec35ea94f" providerId="LiveId" clId="{8131997C-8A94-4338-A23E-32409FE723F7}" dt="2021-07-09T22:06:17.191" v="9" actId="47"/>
        <pc:sldMkLst>
          <pc:docMk/>
          <pc:sldMk cId="1262347297" sldId="274"/>
        </pc:sldMkLst>
      </pc:sldChg>
      <pc:sldChg chg="modSp mod ord">
        <pc:chgData name="Ahn Daniel" userId="77a11c4ec35ea94f" providerId="LiveId" clId="{8131997C-8A94-4338-A23E-32409FE723F7}" dt="2021-07-10T00:19:11.104" v="859"/>
        <pc:sldMkLst>
          <pc:docMk/>
          <pc:sldMk cId="4034571014" sldId="275"/>
        </pc:sldMkLst>
        <pc:spChg chg="mod">
          <ac:chgData name="Ahn Daniel" userId="77a11c4ec35ea94f" providerId="LiveId" clId="{8131997C-8A94-4338-A23E-32409FE723F7}" dt="2021-07-10T00:18:26.766" v="809" actId="20577"/>
          <ac:spMkLst>
            <pc:docMk/>
            <pc:sldMk cId="4034571014" sldId="275"/>
            <ac:spMk id="13" creationId="{00000000-0000-0000-0000-000000000000}"/>
          </ac:spMkLst>
        </pc:spChg>
        <pc:spChg chg="mod">
          <ac:chgData name="Ahn Daniel" userId="77a11c4ec35ea94f" providerId="LiveId" clId="{8131997C-8A94-4338-A23E-32409FE723F7}" dt="2021-07-10T00:19:11.104" v="859"/>
          <ac:spMkLst>
            <pc:docMk/>
            <pc:sldMk cId="4034571014" sldId="275"/>
            <ac:spMk id="14" creationId="{00000000-0000-0000-0000-000000000000}"/>
          </ac:spMkLst>
        </pc:spChg>
      </pc:sldChg>
      <pc:sldChg chg="del">
        <pc:chgData name="Ahn Daniel" userId="77a11c4ec35ea94f" providerId="LiveId" clId="{8131997C-8A94-4338-A23E-32409FE723F7}" dt="2021-07-09T22:06:17.191" v="9" actId="47"/>
        <pc:sldMkLst>
          <pc:docMk/>
          <pc:sldMk cId="3217990074" sldId="276"/>
        </pc:sldMkLst>
      </pc:sldChg>
      <pc:sldChg chg="addSp delSp modSp add mod">
        <pc:chgData name="Ahn Daniel" userId="77a11c4ec35ea94f" providerId="LiveId" clId="{8131997C-8A94-4338-A23E-32409FE723F7}" dt="2021-07-09T22:56:23.498" v="495" actId="6549"/>
        <pc:sldMkLst>
          <pc:docMk/>
          <pc:sldMk cId="3730904943" sldId="276"/>
        </pc:sldMkLst>
        <pc:spChg chg="add del">
          <ac:chgData name="Ahn Daniel" userId="77a11c4ec35ea94f" providerId="LiveId" clId="{8131997C-8A94-4338-A23E-32409FE723F7}" dt="2021-07-09T22:25:47.134" v="167"/>
          <ac:spMkLst>
            <pc:docMk/>
            <pc:sldMk cId="3730904943" sldId="276"/>
            <ac:spMk id="6" creationId="{9EDF1B5C-9DED-4D18-9E87-B26C0BA2F46D}"/>
          </ac:spMkLst>
        </pc:spChg>
        <pc:spChg chg="mod">
          <ac:chgData name="Ahn Daniel" userId="77a11c4ec35ea94f" providerId="LiveId" clId="{8131997C-8A94-4338-A23E-32409FE723F7}" dt="2021-07-09T22:55:27.739" v="453" actId="20577"/>
          <ac:spMkLst>
            <pc:docMk/>
            <pc:sldMk cId="3730904943" sldId="276"/>
            <ac:spMk id="13" creationId="{00000000-0000-0000-0000-000000000000}"/>
          </ac:spMkLst>
        </pc:spChg>
        <pc:spChg chg="add del mod">
          <ac:chgData name="Ahn Daniel" userId="77a11c4ec35ea94f" providerId="LiveId" clId="{8131997C-8A94-4338-A23E-32409FE723F7}" dt="2021-07-09T22:56:23.498" v="495" actId="6549"/>
          <ac:spMkLst>
            <pc:docMk/>
            <pc:sldMk cId="3730904943" sldId="276"/>
            <ac:spMk id="14" creationId="{00000000-0000-0000-0000-000000000000}"/>
          </ac:spMkLst>
        </pc:spChg>
        <pc:graphicFrameChg chg="add del mod">
          <ac:chgData name="Ahn Daniel" userId="77a11c4ec35ea94f" providerId="LiveId" clId="{8131997C-8A94-4338-A23E-32409FE723F7}" dt="2021-07-09T22:25:47.134" v="167"/>
          <ac:graphicFrameMkLst>
            <pc:docMk/>
            <pc:sldMk cId="3730904943" sldId="276"/>
            <ac:graphicFrameMk id="5" creationId="{C45E7552-2058-4667-BB79-6CD5F4743397}"/>
          </ac:graphicFrameMkLst>
        </pc:graphicFrameChg>
        <pc:picChg chg="del">
          <ac:chgData name="Ahn Daniel" userId="77a11c4ec35ea94f" providerId="LiveId" clId="{8131997C-8A94-4338-A23E-32409FE723F7}" dt="2021-07-09T22:09:09.562" v="58" actId="478"/>
          <ac:picMkLst>
            <pc:docMk/>
            <pc:sldMk cId="3730904943" sldId="276"/>
            <ac:picMk id="3" creationId="{FA5CD830-DB83-467E-86DF-3FDCEC3067AE}"/>
          </ac:picMkLst>
        </pc:picChg>
        <pc:picChg chg="add del mod">
          <ac:chgData name="Ahn Daniel" userId="77a11c4ec35ea94f" providerId="LiveId" clId="{8131997C-8A94-4338-A23E-32409FE723F7}" dt="2021-07-09T22:25:39.739" v="164" actId="478"/>
          <ac:picMkLst>
            <pc:docMk/>
            <pc:sldMk cId="3730904943" sldId="276"/>
            <ac:picMk id="4" creationId="{B20AA174-843F-4252-A8CD-5BE7D83FF9C8}"/>
          </ac:picMkLst>
        </pc:picChg>
        <pc:picChg chg="del">
          <ac:chgData name="Ahn Daniel" userId="77a11c4ec35ea94f" providerId="LiveId" clId="{8131997C-8A94-4338-A23E-32409FE723F7}" dt="2021-07-09T22:09:10.916" v="59" actId="478"/>
          <ac:picMkLst>
            <pc:docMk/>
            <pc:sldMk cId="3730904943" sldId="276"/>
            <ac:picMk id="7" creationId="{222716DA-C74B-4228-A91B-1835FF517C6A}"/>
          </ac:picMkLst>
        </pc:picChg>
      </pc:sldChg>
      <pc:sldChg chg="addSp modSp add mod ord">
        <pc:chgData name="Ahn Daniel" userId="77a11c4ec35ea94f" providerId="LiveId" clId="{8131997C-8A94-4338-A23E-32409FE723F7}" dt="2021-07-09T22:24:57.090" v="163" actId="1076"/>
        <pc:sldMkLst>
          <pc:docMk/>
          <pc:sldMk cId="514152810" sldId="277"/>
        </pc:sldMkLst>
        <pc:spChg chg="mod">
          <ac:chgData name="Ahn Daniel" userId="77a11c4ec35ea94f" providerId="LiveId" clId="{8131997C-8A94-4338-A23E-32409FE723F7}" dt="2021-07-09T22:22:00.656" v="116" actId="20577"/>
          <ac:spMkLst>
            <pc:docMk/>
            <pc:sldMk cId="514152810" sldId="277"/>
            <ac:spMk id="13" creationId="{00000000-0000-0000-0000-000000000000}"/>
          </ac:spMkLst>
        </pc:spChg>
        <pc:spChg chg="mod">
          <ac:chgData name="Ahn Daniel" userId="77a11c4ec35ea94f" providerId="LiveId" clId="{8131997C-8A94-4338-A23E-32409FE723F7}" dt="2021-07-09T22:24:27.709" v="161" actId="27636"/>
          <ac:spMkLst>
            <pc:docMk/>
            <pc:sldMk cId="514152810" sldId="277"/>
            <ac:spMk id="14" creationId="{00000000-0000-0000-0000-000000000000}"/>
          </ac:spMkLst>
        </pc:spChg>
        <pc:picChg chg="add mod">
          <ac:chgData name="Ahn Daniel" userId="77a11c4ec35ea94f" providerId="LiveId" clId="{8131997C-8A94-4338-A23E-32409FE723F7}" dt="2021-07-09T22:24:57.090" v="163" actId="1076"/>
          <ac:picMkLst>
            <pc:docMk/>
            <pc:sldMk cId="514152810" sldId="277"/>
            <ac:picMk id="3" creationId="{82B09EB1-CF6D-41B9-B541-40655617C1A7}"/>
          </ac:picMkLst>
        </pc:picChg>
        <pc:picChg chg="mod">
          <ac:chgData name="Ahn Daniel" userId="77a11c4ec35ea94f" providerId="LiveId" clId="{8131997C-8A94-4338-A23E-32409FE723F7}" dt="2021-07-09T22:24:08.906" v="150" actId="1076"/>
          <ac:picMkLst>
            <pc:docMk/>
            <pc:sldMk cId="514152810" sldId="277"/>
            <ac:picMk id="4" creationId="{B20AA174-843F-4252-A8CD-5BE7D83FF9C8}"/>
          </ac:picMkLst>
        </pc:picChg>
      </pc:sldChg>
      <pc:sldChg chg="del">
        <pc:chgData name="Ahn Daniel" userId="77a11c4ec35ea94f" providerId="LiveId" clId="{8131997C-8A94-4338-A23E-32409FE723F7}" dt="2021-07-09T22:06:17.191" v="9" actId="47"/>
        <pc:sldMkLst>
          <pc:docMk/>
          <pc:sldMk cId="1639284535" sldId="277"/>
        </pc:sldMkLst>
      </pc:sldChg>
      <pc:sldChg chg="modSp add mod">
        <pc:chgData name="Ahn Daniel" userId="77a11c4ec35ea94f" providerId="LiveId" clId="{8131997C-8A94-4338-A23E-32409FE723F7}" dt="2021-07-09T22:52:56.301" v="360" actId="20577"/>
        <pc:sldMkLst>
          <pc:docMk/>
          <pc:sldMk cId="623066639" sldId="278"/>
        </pc:sldMkLst>
        <pc:spChg chg="mod">
          <ac:chgData name="Ahn Daniel" userId="77a11c4ec35ea94f" providerId="LiveId" clId="{8131997C-8A94-4338-A23E-32409FE723F7}" dt="2021-07-09T22:52:56.301" v="360" actId="20577"/>
          <ac:spMkLst>
            <pc:docMk/>
            <pc:sldMk cId="623066639" sldId="278"/>
            <ac:spMk id="13" creationId="{00000000-0000-0000-0000-000000000000}"/>
          </ac:spMkLst>
        </pc:spChg>
        <pc:spChg chg="mod">
          <ac:chgData name="Ahn Daniel" userId="77a11c4ec35ea94f" providerId="LiveId" clId="{8131997C-8A94-4338-A23E-32409FE723F7}" dt="2021-07-09T22:52:22.798" v="337" actId="20577"/>
          <ac:spMkLst>
            <pc:docMk/>
            <pc:sldMk cId="623066639" sldId="278"/>
            <ac:spMk id="14" creationId="{00000000-0000-0000-0000-000000000000}"/>
          </ac:spMkLst>
        </pc:spChg>
      </pc:sldChg>
      <pc:sldChg chg="del">
        <pc:chgData name="Ahn Daniel" userId="77a11c4ec35ea94f" providerId="LiveId" clId="{8131997C-8A94-4338-A23E-32409FE723F7}" dt="2021-07-09T22:06:17.191" v="9" actId="47"/>
        <pc:sldMkLst>
          <pc:docMk/>
          <pc:sldMk cId="2819575797" sldId="278"/>
        </pc:sldMkLst>
      </pc:sldChg>
      <pc:sldChg chg="modSp add mod">
        <pc:chgData name="Ahn Daniel" userId="77a11c4ec35ea94f" providerId="LiveId" clId="{8131997C-8A94-4338-A23E-32409FE723F7}" dt="2021-07-09T22:55:00.167" v="439" actId="20577"/>
        <pc:sldMkLst>
          <pc:docMk/>
          <pc:sldMk cId="2346437626" sldId="279"/>
        </pc:sldMkLst>
        <pc:spChg chg="mod">
          <ac:chgData name="Ahn Daniel" userId="77a11c4ec35ea94f" providerId="LiveId" clId="{8131997C-8A94-4338-A23E-32409FE723F7}" dt="2021-07-09T22:53:03.936" v="367" actId="20577"/>
          <ac:spMkLst>
            <pc:docMk/>
            <pc:sldMk cId="2346437626" sldId="279"/>
            <ac:spMk id="13" creationId="{00000000-0000-0000-0000-000000000000}"/>
          </ac:spMkLst>
        </pc:spChg>
        <pc:spChg chg="mod">
          <ac:chgData name="Ahn Daniel" userId="77a11c4ec35ea94f" providerId="LiveId" clId="{8131997C-8A94-4338-A23E-32409FE723F7}" dt="2021-07-09T22:55:00.167" v="439" actId="20577"/>
          <ac:spMkLst>
            <pc:docMk/>
            <pc:sldMk cId="2346437626" sldId="279"/>
            <ac:spMk id="14" creationId="{00000000-0000-0000-0000-000000000000}"/>
          </ac:spMkLst>
        </pc:spChg>
      </pc:sldChg>
      <pc:sldChg chg="del">
        <pc:chgData name="Ahn Daniel" userId="77a11c4ec35ea94f" providerId="LiveId" clId="{8131997C-8A94-4338-A23E-32409FE723F7}" dt="2021-07-09T22:05:44.489" v="6" actId="47"/>
        <pc:sldMkLst>
          <pc:docMk/>
          <pc:sldMk cId="4187294754" sldId="279"/>
        </pc:sldMkLst>
      </pc:sldChg>
      <pc:sldChg chg="modSp add mod">
        <pc:chgData name="Ahn Daniel" userId="77a11c4ec35ea94f" providerId="LiveId" clId="{8131997C-8A94-4338-A23E-32409FE723F7}" dt="2021-07-09T22:59:49.134" v="744" actId="20577"/>
        <pc:sldMkLst>
          <pc:docMk/>
          <pc:sldMk cId="891897893" sldId="280"/>
        </pc:sldMkLst>
        <pc:spChg chg="mod">
          <ac:chgData name="Ahn Daniel" userId="77a11c4ec35ea94f" providerId="LiveId" clId="{8131997C-8A94-4338-A23E-32409FE723F7}" dt="2021-07-09T22:56:47.471" v="504" actId="20577"/>
          <ac:spMkLst>
            <pc:docMk/>
            <pc:sldMk cId="891897893" sldId="280"/>
            <ac:spMk id="13" creationId="{00000000-0000-0000-0000-000000000000}"/>
          </ac:spMkLst>
        </pc:spChg>
        <pc:spChg chg="mod">
          <ac:chgData name="Ahn Daniel" userId="77a11c4ec35ea94f" providerId="LiveId" clId="{8131997C-8A94-4338-A23E-32409FE723F7}" dt="2021-07-09T22:59:49.134" v="744" actId="20577"/>
          <ac:spMkLst>
            <pc:docMk/>
            <pc:sldMk cId="891897893" sldId="280"/>
            <ac:spMk id="14" creationId="{00000000-0000-0000-0000-000000000000}"/>
          </ac:spMkLst>
        </pc:spChg>
      </pc:sldChg>
      <pc:sldChg chg="del">
        <pc:chgData name="Ahn Daniel" userId="77a11c4ec35ea94f" providerId="LiveId" clId="{8131997C-8A94-4338-A23E-32409FE723F7}" dt="2021-07-09T22:06:24.933" v="10" actId="47"/>
        <pc:sldMkLst>
          <pc:docMk/>
          <pc:sldMk cId="3280682765" sldId="280"/>
        </pc:sldMkLst>
      </pc:sldChg>
      <pc:sldChg chg="modSp add mod">
        <pc:chgData name="Ahn Daniel" userId="77a11c4ec35ea94f" providerId="LiveId" clId="{8131997C-8A94-4338-A23E-32409FE723F7}" dt="2021-07-09T23:01:21.572" v="758" actId="20577"/>
        <pc:sldMkLst>
          <pc:docMk/>
          <pc:sldMk cId="2208821753" sldId="281"/>
        </pc:sldMkLst>
        <pc:spChg chg="mod">
          <ac:chgData name="Ahn Daniel" userId="77a11c4ec35ea94f" providerId="LiveId" clId="{8131997C-8A94-4338-A23E-32409FE723F7}" dt="2021-07-09T23:01:21.572" v="758" actId="20577"/>
          <ac:spMkLst>
            <pc:docMk/>
            <pc:sldMk cId="2208821753" sldId="281"/>
            <ac:spMk id="13" creationId="{00000000-0000-0000-0000-000000000000}"/>
          </ac:spMkLst>
        </pc:spChg>
        <pc:spChg chg="mod">
          <ac:chgData name="Ahn Daniel" userId="77a11c4ec35ea94f" providerId="LiveId" clId="{8131997C-8A94-4338-A23E-32409FE723F7}" dt="2021-07-09T23:01:04.857" v="757" actId="6549"/>
          <ac:spMkLst>
            <pc:docMk/>
            <pc:sldMk cId="2208821753" sldId="281"/>
            <ac:spMk id="14" creationId="{00000000-0000-0000-0000-000000000000}"/>
          </ac:spMkLst>
        </pc:spChg>
      </pc:sldChg>
      <pc:sldChg chg="del">
        <pc:chgData name="Ahn Daniel" userId="77a11c4ec35ea94f" providerId="LiveId" clId="{8131997C-8A94-4338-A23E-32409FE723F7}" dt="2021-07-09T22:06:17.191" v="9" actId="47"/>
        <pc:sldMkLst>
          <pc:docMk/>
          <pc:sldMk cId="2874995460" sldId="281"/>
        </pc:sldMkLst>
      </pc:sldChg>
      <pc:sldChg chg="modSp add mod">
        <pc:chgData name="Ahn Daniel" userId="77a11c4ec35ea94f" providerId="LiveId" clId="{8131997C-8A94-4338-A23E-32409FE723F7}" dt="2021-07-09T23:17:36.114" v="796" actId="6549"/>
        <pc:sldMkLst>
          <pc:docMk/>
          <pc:sldMk cId="3134344372" sldId="282"/>
        </pc:sldMkLst>
        <pc:spChg chg="mod">
          <ac:chgData name="Ahn Daniel" userId="77a11c4ec35ea94f" providerId="LiveId" clId="{8131997C-8A94-4338-A23E-32409FE723F7}" dt="2021-07-09T23:02:49.713" v="794" actId="20577"/>
          <ac:spMkLst>
            <pc:docMk/>
            <pc:sldMk cId="3134344372" sldId="282"/>
            <ac:spMk id="13" creationId="{00000000-0000-0000-0000-000000000000}"/>
          </ac:spMkLst>
        </pc:spChg>
        <pc:spChg chg="mod">
          <ac:chgData name="Ahn Daniel" userId="77a11c4ec35ea94f" providerId="LiveId" clId="{8131997C-8A94-4338-A23E-32409FE723F7}" dt="2021-07-09T23:17:36.114" v="796" actId="6549"/>
          <ac:spMkLst>
            <pc:docMk/>
            <pc:sldMk cId="3134344372" sldId="282"/>
            <ac:spMk id="14" creationId="{00000000-0000-0000-0000-000000000000}"/>
          </ac:spMkLst>
        </pc:spChg>
      </pc:sldChg>
      <pc:sldChg chg="del">
        <pc:chgData name="Ahn Daniel" userId="77a11c4ec35ea94f" providerId="LiveId" clId="{8131997C-8A94-4338-A23E-32409FE723F7}" dt="2021-07-09T22:05:44.489" v="6" actId="47"/>
        <pc:sldMkLst>
          <pc:docMk/>
          <pc:sldMk cId="3761224542" sldId="282"/>
        </pc:sldMkLst>
      </pc:sldChg>
      <pc:sldChg chg="modSp add mod ord">
        <pc:chgData name="Ahn Daniel" userId="77a11c4ec35ea94f" providerId="LiveId" clId="{8131997C-8A94-4338-A23E-32409FE723F7}" dt="2021-07-09T23:02:36.317" v="789"/>
        <pc:sldMkLst>
          <pc:docMk/>
          <pc:sldMk cId="1006969443" sldId="283"/>
        </pc:sldMkLst>
        <pc:spChg chg="mod">
          <ac:chgData name="Ahn Daniel" userId="77a11c4ec35ea94f" providerId="LiveId" clId="{8131997C-8A94-4338-A23E-32409FE723F7}" dt="2021-07-09T23:02:22.534" v="782" actId="20577"/>
          <ac:spMkLst>
            <pc:docMk/>
            <pc:sldMk cId="1006969443" sldId="283"/>
            <ac:spMk id="13" creationId="{00000000-0000-0000-0000-000000000000}"/>
          </ac:spMkLst>
        </pc:spChg>
        <pc:spChg chg="mod">
          <ac:chgData name="Ahn Daniel" userId="77a11c4ec35ea94f" providerId="LiveId" clId="{8131997C-8A94-4338-A23E-32409FE723F7}" dt="2021-07-09T23:02:27.258" v="787" actId="20577"/>
          <ac:spMkLst>
            <pc:docMk/>
            <pc:sldMk cId="1006969443" sldId="283"/>
            <ac:spMk id="14" creationId="{00000000-0000-0000-0000-000000000000}"/>
          </ac:spMkLst>
        </pc:spChg>
      </pc:sldChg>
      <pc:sldChg chg="del">
        <pc:chgData name="Ahn Daniel" userId="77a11c4ec35ea94f" providerId="LiveId" clId="{8131997C-8A94-4338-A23E-32409FE723F7}" dt="2021-07-09T22:05:44.489" v="6" actId="47"/>
        <pc:sldMkLst>
          <pc:docMk/>
          <pc:sldMk cId="1722445108" sldId="283"/>
        </pc:sldMkLst>
      </pc:sldChg>
      <pc:sldChg chg="del">
        <pc:chgData name="Ahn Daniel" userId="77a11c4ec35ea94f" providerId="LiveId" clId="{8131997C-8A94-4338-A23E-32409FE723F7}" dt="2021-07-09T22:05:44.489" v="6" actId="47"/>
        <pc:sldMkLst>
          <pc:docMk/>
          <pc:sldMk cId="1801299151" sldId="284"/>
        </pc:sldMkLst>
      </pc:sldChg>
      <pc:sldChg chg="del">
        <pc:chgData name="Ahn Daniel" userId="77a11c4ec35ea94f" providerId="LiveId" clId="{8131997C-8A94-4338-A23E-32409FE723F7}" dt="2021-07-09T22:05:44.489" v="6" actId="47"/>
        <pc:sldMkLst>
          <pc:docMk/>
          <pc:sldMk cId="4040225272" sldId="285"/>
        </pc:sldMkLst>
      </pc:sldChg>
      <pc:sldChg chg="del">
        <pc:chgData name="Ahn Daniel" userId="77a11c4ec35ea94f" providerId="LiveId" clId="{8131997C-8A94-4338-A23E-32409FE723F7}" dt="2021-07-09T22:05:44.489" v="6" actId="47"/>
        <pc:sldMkLst>
          <pc:docMk/>
          <pc:sldMk cId="4144178316" sldId="286"/>
        </pc:sldMkLst>
      </pc:sldChg>
      <pc:sldChg chg="del">
        <pc:chgData name="Ahn Daniel" userId="77a11c4ec35ea94f" providerId="LiveId" clId="{8131997C-8A94-4338-A23E-32409FE723F7}" dt="2021-07-09T22:05:44.489" v="6" actId="47"/>
        <pc:sldMkLst>
          <pc:docMk/>
          <pc:sldMk cId="2842973112" sldId="287"/>
        </pc:sldMkLst>
      </pc:sldChg>
      <pc:sldChg chg="del">
        <pc:chgData name="Ahn Daniel" userId="77a11c4ec35ea94f" providerId="LiveId" clId="{8131997C-8A94-4338-A23E-32409FE723F7}" dt="2021-07-09T22:05:44.489" v="6" actId="47"/>
        <pc:sldMkLst>
          <pc:docMk/>
          <pc:sldMk cId="777274309" sldId="28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7/19/2021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7/19/2021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7/19/2021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7/19/2021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7/19/2021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7/19/2021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7/19/2021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7/19/2021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7/19/2021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7/19/2021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Python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윤지노 학생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9FC9F2F-A1AD-4FC2-858E-9A440EE4AE1E}"/>
              </a:ext>
            </a:extLst>
          </p:cNvPr>
          <p:cNvSpPr txBox="1">
            <a:spLocks/>
          </p:cNvSpPr>
          <p:nvPr/>
        </p:nvSpPr>
        <p:spPr>
          <a:xfrm>
            <a:off x="8686700" y="6093296"/>
            <a:ext cx="2736304" cy="567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Euphemia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Daniel Ahn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프로그래밍 종류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입문용 프로그래밍</a:t>
            </a:r>
            <a:endParaRPr lang="en-US" dirty="0"/>
          </a:p>
          <a:p>
            <a:r>
              <a:rPr lang="en-US" dirty="0"/>
              <a:t>Java, Python, Algorithm (</a:t>
            </a:r>
            <a:r>
              <a:rPr lang="ko-KR" altLang="en-US" dirty="0"/>
              <a:t>기본 프로그래밍</a:t>
            </a:r>
            <a:r>
              <a:rPr lang="en-CA" altLang="ko-KR" dirty="0"/>
              <a:t>)</a:t>
            </a:r>
            <a:endParaRPr lang="en-US" dirty="0"/>
          </a:p>
          <a:p>
            <a:r>
              <a:rPr lang="en-CA" dirty="0">
                <a:solidFill>
                  <a:schemeClr val="accent6"/>
                </a:solidFill>
              </a:rPr>
              <a:t>Web</a:t>
            </a:r>
            <a:r>
              <a:rPr lang="ko-KR" altLang="en-US" dirty="0">
                <a:solidFill>
                  <a:schemeClr val="accent6"/>
                </a:solidFill>
              </a:rPr>
              <a:t> </a:t>
            </a:r>
            <a:r>
              <a:rPr lang="en-CA" altLang="ko-KR" dirty="0">
                <a:solidFill>
                  <a:schemeClr val="accent6"/>
                </a:solidFill>
              </a:rPr>
              <a:t>Programming (</a:t>
            </a:r>
            <a:r>
              <a:rPr lang="ko-KR" altLang="en-US" dirty="0">
                <a:solidFill>
                  <a:schemeClr val="accent6"/>
                </a:solidFill>
              </a:rPr>
              <a:t>웹 프로젝트</a:t>
            </a:r>
            <a:r>
              <a:rPr lang="en-CA" altLang="ko-KR" dirty="0">
                <a:solidFill>
                  <a:schemeClr val="accent6"/>
                </a:solidFill>
              </a:rPr>
              <a:t>)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IoT (Internet Of Things) (</a:t>
            </a:r>
            <a:r>
              <a:rPr lang="ko-KR" altLang="en-US" dirty="0">
                <a:solidFill>
                  <a:schemeClr val="accent6"/>
                </a:solidFill>
              </a:rPr>
              <a:t>사물 인터넷</a:t>
            </a:r>
            <a:r>
              <a:rPr lang="en-CA" altLang="ko-KR" dirty="0">
                <a:solidFill>
                  <a:schemeClr val="accent6"/>
                </a:solidFill>
              </a:rPr>
              <a:t>)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Window Application (</a:t>
            </a:r>
            <a:r>
              <a:rPr lang="ko-KR" altLang="en-US" dirty="0">
                <a:solidFill>
                  <a:schemeClr val="accent6"/>
                </a:solidFill>
              </a:rPr>
              <a:t>윈도우 프로그램</a:t>
            </a:r>
            <a:r>
              <a:rPr lang="en-CA" altLang="ko-KR" dirty="0">
                <a:solidFill>
                  <a:schemeClr val="accent6"/>
                </a:solidFill>
              </a:rPr>
              <a:t>)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Mobile Application (</a:t>
            </a:r>
            <a:r>
              <a:rPr lang="ko-KR" altLang="en-US" dirty="0">
                <a:solidFill>
                  <a:schemeClr val="accent6"/>
                </a:solidFill>
              </a:rPr>
              <a:t>모바일 프로그램</a:t>
            </a:r>
            <a:r>
              <a:rPr lang="en-CA" altLang="ko-KR" dirty="0">
                <a:solidFill>
                  <a:schemeClr val="accent6"/>
                </a:solidFill>
              </a:rPr>
              <a:t>)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Cloud, Big Data (</a:t>
            </a:r>
            <a:r>
              <a:rPr lang="ko-KR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클라우드</a:t>
            </a:r>
            <a:r>
              <a:rPr lang="en-CA" altLang="ko-K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빅데이터</a:t>
            </a:r>
            <a:r>
              <a:rPr lang="en-CA" altLang="ko-K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기본 프로그래밍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5077040" cy="4572000"/>
          </a:xfrm>
        </p:spPr>
        <p:txBody>
          <a:bodyPr>
            <a:normAutofit/>
          </a:bodyPr>
          <a:lstStyle/>
          <a:p>
            <a:r>
              <a:rPr lang="en-US" dirty="0"/>
              <a:t>Python, Java, C</a:t>
            </a:r>
            <a:endParaRPr lang="en-CA" altLang="ko-KR" dirty="0"/>
          </a:p>
          <a:p>
            <a:r>
              <a:rPr lang="ko-KR" altLang="en-US" dirty="0"/>
              <a:t>주사위 게임</a:t>
            </a:r>
            <a:r>
              <a:rPr lang="en-CA" altLang="ko-KR" dirty="0"/>
              <a:t>, </a:t>
            </a:r>
            <a:r>
              <a:rPr lang="ko-KR" altLang="en-US" dirty="0"/>
              <a:t>지뢰찾기</a:t>
            </a:r>
            <a:r>
              <a:rPr lang="en-CA" altLang="ko-KR" dirty="0"/>
              <a:t>, Tic Tac Toe, Sudoku, </a:t>
            </a:r>
            <a:r>
              <a:rPr lang="ko-KR" altLang="en-US" dirty="0"/>
              <a:t>계산기</a:t>
            </a:r>
            <a:r>
              <a:rPr lang="en-CA" altLang="ko-KR" dirty="0"/>
              <a:t> </a:t>
            </a:r>
            <a:r>
              <a:rPr lang="ko-KR" altLang="en-US" dirty="0"/>
              <a:t>등</a:t>
            </a:r>
            <a:endParaRPr lang="en-CA" dirty="0"/>
          </a:p>
          <a:p>
            <a:r>
              <a:rPr lang="ko-KR" altLang="en-US" dirty="0"/>
              <a:t>난이도</a:t>
            </a:r>
            <a:r>
              <a:rPr lang="en-CA" altLang="ko-KR" dirty="0"/>
              <a:t>: </a:t>
            </a:r>
            <a:r>
              <a:rPr lang="ko-KR" altLang="en-US" dirty="0"/>
              <a:t>초급</a:t>
            </a:r>
            <a:r>
              <a:rPr lang="en-CA" altLang="ko-KR" dirty="0"/>
              <a:t>, </a:t>
            </a:r>
            <a:r>
              <a:rPr lang="ko-KR" altLang="en-US" dirty="0"/>
              <a:t>중급</a:t>
            </a:r>
            <a:endParaRPr lang="en-CA" altLang="ko-KR" dirty="0"/>
          </a:p>
          <a:p>
            <a:pPr lvl="1"/>
            <a:r>
              <a:rPr lang="en-CA" altLang="ko-KR" dirty="0"/>
              <a:t>Secondary, </a:t>
            </a:r>
            <a:r>
              <a:rPr lang="en-CA" dirty="0"/>
              <a:t>University, </a:t>
            </a:r>
            <a:r>
              <a:rPr lang="ko-KR" altLang="en-US" dirty="0"/>
              <a:t>회사</a:t>
            </a:r>
            <a:endParaRPr lang="en-CA" dirty="0"/>
          </a:p>
          <a:p>
            <a:pPr lvl="1"/>
            <a:r>
              <a:rPr lang="ko-KR" altLang="en-US" dirty="0"/>
              <a:t>기본이면서 범용적으로 사용</a:t>
            </a:r>
            <a:endParaRPr lang="en-CA" altLang="ko-KR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CD830-DB83-467E-86DF-3FDCEC3067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10"/>
          <a:stretch/>
        </p:blipFill>
        <p:spPr>
          <a:xfrm>
            <a:off x="6876549" y="1587412"/>
            <a:ext cx="4499687" cy="48884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4" descr="2. 파이썬 기초 2.1 첫걸음 – 웹개발공작소">
            <a:extLst>
              <a:ext uri="{FF2B5EF4-FFF2-40B4-BE49-F238E27FC236}">
                <a16:creationId xmlns:a16="http://schemas.microsoft.com/office/drawing/2014/main" id="{222716DA-C74B-4228-A91B-1835FF517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084" y="5109662"/>
            <a:ext cx="2952328" cy="122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57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Python and IDE Setup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10017048" cy="1828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Python:  </a:t>
            </a:r>
          </a:p>
          <a:p>
            <a:pPr lvl="1"/>
            <a:r>
              <a:rPr lang="en-US" dirty="0">
                <a:hlinkClick r:id="rId2"/>
              </a:rPr>
              <a:t>https://www.python.org/downloads/</a:t>
            </a:r>
            <a:endParaRPr lang="en-US" dirty="0"/>
          </a:p>
          <a:p>
            <a:r>
              <a:rPr lang="en-US" dirty="0"/>
              <a:t>Visual Studio Code:</a:t>
            </a:r>
          </a:p>
          <a:p>
            <a:pPr lvl="1"/>
            <a:r>
              <a:rPr lang="en-US" dirty="0">
                <a:hlinkClick r:id="rId3"/>
              </a:rPr>
              <a:t>https://code.visualstudio.com/download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B20AA174-843F-4252-A8CD-5BE7D83FF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709" y="3609592"/>
            <a:ext cx="5904656" cy="290804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B09EB1-CF6D-41B9-B541-40655617C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940" y="3609592"/>
            <a:ext cx="314325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5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Variables and Data Types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In programming, data type is an important concept. </a:t>
            </a:r>
          </a:p>
          <a:p>
            <a:r>
              <a:rPr lang="en-US" dirty="0"/>
              <a:t>Variables can store data of different types</a:t>
            </a:r>
          </a:p>
          <a:p>
            <a:r>
              <a:rPr lang="en-US" dirty="0"/>
              <a:t>different types can do different things.</a:t>
            </a:r>
          </a:p>
          <a:p>
            <a:endParaRPr lang="en-US" dirty="0"/>
          </a:p>
          <a:p>
            <a:r>
              <a:rPr lang="en-US" dirty="0"/>
              <a:t>Variable: e.g., name = “John”</a:t>
            </a:r>
          </a:p>
          <a:p>
            <a:r>
              <a:rPr lang="en-US" dirty="0"/>
              <a:t>Text Type: </a:t>
            </a:r>
            <a:r>
              <a:rPr lang="en-US" b="1" dirty="0"/>
              <a:t>str</a:t>
            </a:r>
          </a:p>
          <a:p>
            <a:r>
              <a:rPr lang="en-US" dirty="0"/>
              <a:t>Numeric Types: </a:t>
            </a:r>
            <a:r>
              <a:rPr lang="en-US" b="1" dirty="0"/>
              <a:t>int</a:t>
            </a:r>
            <a:r>
              <a:rPr lang="en-US" dirty="0"/>
              <a:t>, float, complex</a:t>
            </a:r>
          </a:p>
          <a:p>
            <a:r>
              <a:rPr lang="en-US" dirty="0"/>
              <a:t>Boolean Type: bool</a:t>
            </a:r>
          </a:p>
        </p:txBody>
      </p:sp>
    </p:spTree>
    <p:extLst>
      <p:ext uri="{BB962C8B-B14F-4D97-AF65-F5344CB8AC3E}">
        <p14:creationId xmlns:p14="http://schemas.microsoft.com/office/powerpoint/2010/main" val="373090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Print String and Number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Print (“Hello World”)</a:t>
            </a:r>
          </a:p>
          <a:p>
            <a:r>
              <a:rPr lang="en-US" dirty="0"/>
              <a:t>New line character: </a:t>
            </a:r>
            <a:r>
              <a:rPr lang="en-US" b="1" dirty="0"/>
              <a:t>\n</a:t>
            </a:r>
          </a:p>
          <a:p>
            <a:r>
              <a:rPr lang="en-US" dirty="0"/>
              <a:t>Tab: </a:t>
            </a:r>
            <a:r>
              <a:rPr lang="en-US" b="1" dirty="0"/>
              <a:t>\t</a:t>
            </a:r>
          </a:p>
          <a:p>
            <a:r>
              <a:rPr lang="en-US" dirty="0"/>
              <a:t>Special character: \\, \”</a:t>
            </a:r>
          </a:p>
        </p:txBody>
      </p:sp>
    </p:spTree>
    <p:extLst>
      <p:ext uri="{BB962C8B-B14F-4D97-AF65-F5344CB8AC3E}">
        <p14:creationId xmlns:p14="http://schemas.microsoft.com/office/powerpoint/2010/main" val="62306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Casting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a = str (123)   “123”</a:t>
            </a:r>
          </a:p>
          <a:p>
            <a:r>
              <a:rPr lang="en-US" dirty="0"/>
              <a:t>b = int (1.2)   1</a:t>
            </a:r>
          </a:p>
          <a:p>
            <a:r>
              <a:rPr lang="en-US" dirty="0"/>
              <a:t>c = float (1)   1.0</a:t>
            </a:r>
          </a:p>
        </p:txBody>
      </p:sp>
    </p:spTree>
    <p:extLst>
      <p:ext uri="{BB962C8B-B14F-4D97-AF65-F5344CB8AC3E}">
        <p14:creationId xmlns:p14="http://schemas.microsoft.com/office/powerpoint/2010/main" val="2346437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Comments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Explain the code</a:t>
            </a:r>
          </a:p>
          <a:p>
            <a:r>
              <a:rPr lang="en-US" dirty="0"/>
              <a:t>Make the code more readable </a:t>
            </a:r>
          </a:p>
          <a:p>
            <a:r>
              <a:rPr lang="en-US" dirty="0"/>
              <a:t>Prevent execution when testing code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e.g.,  # 1 line comment</a:t>
            </a:r>
          </a:p>
          <a:p>
            <a:pPr marL="0" indent="0">
              <a:buNone/>
            </a:pPr>
            <a:r>
              <a:rPr lang="en-US" dirty="0"/>
              <a:t>     # print (“test”)</a:t>
            </a:r>
          </a:p>
          <a:p>
            <a:pPr marL="0" indent="0">
              <a:buNone/>
            </a:pPr>
            <a:r>
              <a:rPr lang="en-US" dirty="0"/>
              <a:t>e.g., “”” multiple lines </a:t>
            </a:r>
            <a:br>
              <a:rPr lang="en-US" dirty="0"/>
            </a:br>
            <a:r>
              <a:rPr lang="en-US" dirty="0"/>
              <a:t>	comments “””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9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Exercises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 E1. Print your name</a:t>
            </a:r>
          </a:p>
          <a:p>
            <a:r>
              <a:rPr lang="en-US" dirty="0"/>
              <a:t> E2. Print your age</a:t>
            </a:r>
          </a:p>
          <a:p>
            <a:r>
              <a:rPr lang="en-US" dirty="0"/>
              <a:t> E3. Print your name and age</a:t>
            </a:r>
          </a:p>
          <a:p>
            <a:r>
              <a:rPr lang="en-US" dirty="0"/>
              <a:t> E4. Make variables: 4 types</a:t>
            </a:r>
          </a:p>
          <a:p>
            <a:r>
              <a:rPr lang="en-US" dirty="0"/>
              <a:t> E5. Print you are adult</a:t>
            </a:r>
          </a:p>
          <a:p>
            <a:r>
              <a:rPr lang="en-US" dirty="0"/>
              <a:t> E6. Add comments</a:t>
            </a:r>
          </a:p>
          <a:p>
            <a:r>
              <a:rPr lang="en-US" dirty="0"/>
              <a:t> E7. Print types</a:t>
            </a:r>
          </a:p>
          <a:p>
            <a:r>
              <a:rPr lang="en-US" dirty="0"/>
              <a:t> E8. Print with \n \t</a:t>
            </a:r>
          </a:p>
        </p:txBody>
      </p:sp>
    </p:spTree>
    <p:extLst>
      <p:ext uri="{BB962C8B-B14F-4D97-AF65-F5344CB8AC3E}">
        <p14:creationId xmlns:p14="http://schemas.microsoft.com/office/powerpoint/2010/main" val="220882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Assignments 1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 1. Use variables and print the sentences.</a:t>
            </a:r>
          </a:p>
          <a:p>
            <a:r>
              <a:rPr lang="en-US" dirty="0"/>
              <a:t> variable: subject</a:t>
            </a:r>
          </a:p>
          <a:p>
            <a:r>
              <a:rPr lang="en-US" dirty="0"/>
              <a:t> value: "English", "Math", "Computer"</a:t>
            </a:r>
          </a:p>
          <a:p>
            <a:r>
              <a:rPr lang="en-US" dirty="0"/>
              <a:t> print: "I like 'Math"</a:t>
            </a:r>
          </a:p>
        </p:txBody>
      </p:sp>
    </p:spTree>
    <p:extLst>
      <p:ext uri="{BB962C8B-B14F-4D97-AF65-F5344CB8AC3E}">
        <p14:creationId xmlns:p14="http://schemas.microsoft.com/office/powerpoint/2010/main" val="100696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 anchor="b">
            <a:normAutofit/>
          </a:bodyPr>
          <a:lstStyle/>
          <a:p>
            <a:r>
              <a:rPr lang="en-US" dirty="0"/>
              <a:t>Assignment 2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5080000"/>
          </a:xfrm>
        </p:spPr>
        <p:txBody>
          <a:bodyPr>
            <a:normAutofit/>
          </a:bodyPr>
          <a:lstStyle/>
          <a:p>
            <a:r>
              <a:rPr lang="en-US" dirty="0"/>
              <a:t> 2. Make sentences</a:t>
            </a:r>
          </a:p>
          <a:p>
            <a:r>
              <a:rPr lang="en-US" dirty="0"/>
              <a:t> Twinkle, twinkle, little star,</a:t>
            </a:r>
          </a:p>
          <a:p>
            <a:r>
              <a:rPr lang="en-US" dirty="0"/>
              <a:t> 	How I wonder what you are! </a:t>
            </a:r>
          </a:p>
          <a:p>
            <a:r>
              <a:rPr lang="en-US" dirty="0"/>
              <a:t> 		Up above the world so high,   		</a:t>
            </a:r>
          </a:p>
          <a:p>
            <a:r>
              <a:rPr lang="en-US" dirty="0"/>
              <a:t> 		Like a diamond in the sky. </a:t>
            </a:r>
          </a:p>
          <a:p>
            <a:r>
              <a:rPr lang="en-US" dirty="0"/>
              <a:t> Twinkle, twinkle, little star, </a:t>
            </a:r>
          </a:p>
          <a:p>
            <a:r>
              <a:rPr lang="en-US" dirty="0"/>
              <a:t> 	How I wonder what you are</a:t>
            </a:r>
          </a:p>
        </p:txBody>
      </p:sp>
    </p:spTree>
    <p:extLst>
      <p:ext uri="{BB962C8B-B14F-4D97-AF65-F5344CB8AC3E}">
        <p14:creationId xmlns:p14="http://schemas.microsoft.com/office/powerpoint/2010/main" val="313434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762</TotalTime>
  <Words>413</Words>
  <Application>Microsoft Office PowerPoint</Application>
  <PresentationFormat>Custom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Euphemia</vt:lpstr>
      <vt:lpstr>Math 16x9</vt:lpstr>
      <vt:lpstr>Python 1</vt:lpstr>
      <vt:lpstr>프로그래밍 종류</vt:lpstr>
      <vt:lpstr>기본 프로그래밍</vt:lpstr>
      <vt:lpstr>Python and IDE Setup</vt:lpstr>
      <vt:lpstr>Variables and Data Types</vt:lpstr>
      <vt:lpstr>Print String and Number</vt:lpstr>
      <vt:lpstr>Casting</vt:lpstr>
      <vt:lpstr>Comments</vt:lpstr>
      <vt:lpstr>Exercises</vt:lpstr>
      <vt:lpstr>Assignments 1</vt:lpstr>
      <vt:lpstr>Assignment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Ahn, Daniel</dc:creator>
  <cp:lastModifiedBy>Ahn, Daniel</cp:lastModifiedBy>
  <cp:revision>61</cp:revision>
  <dcterms:created xsi:type="dcterms:W3CDTF">2021-06-19T05:53:00Z</dcterms:created>
  <dcterms:modified xsi:type="dcterms:W3CDTF">2021-07-20T07:27:35Z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